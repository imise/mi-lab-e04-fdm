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55" r:id="rId2"/>
  </p:sldMasterIdLst>
  <p:notesMasterIdLst>
    <p:notesMasterId r:id="rId24"/>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Lst>
  <p:sldSz cx="9144000" cy="5143500" type="screen16x9"/>
  <p:notesSz cx="6858000" cy="9144000"/>
  <p:embeddedFontLst>
    <p:embeddedFont>
      <p:font typeface="Poppins" panose="00000500000000000000" pitchFamily="2"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3" roundtripDataSignature="AMtx7mjygidoWKmgCxEC/fEuX9vr9+KEJ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82918BE-3C7F-4543-9811-B7690F1B3B27}">
  <a:tblStyle styleId="{E82918BE-3C7F-4543-9811-B7690F1B3B27}"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DF4F7"/>
          </a:solidFill>
        </a:fill>
      </a:tcStyle>
    </a:wholeTbl>
    <a:band1H>
      <a:tcTxStyle/>
      <a:tcStyle>
        <a:tcBdr/>
        <a:fill>
          <a:solidFill>
            <a:srgbClr val="D9E9EE"/>
          </a:solidFill>
        </a:fill>
      </a:tcStyle>
    </a:band1H>
    <a:band2H>
      <a:tcTxStyle/>
      <a:tcStyle>
        <a:tcBdr/>
      </a:tcStyle>
    </a:band2H>
    <a:band1V>
      <a:tcTxStyle/>
      <a:tcStyle>
        <a:tcBdr/>
        <a:fill>
          <a:solidFill>
            <a:srgbClr val="D9E9EE"/>
          </a:solidFill>
        </a:fill>
      </a:tcStyle>
    </a:band1V>
    <a:band2V>
      <a:tcTxStyle/>
      <a:tcStyle>
        <a:tcBdr/>
      </a:tcStyle>
    </a:band2V>
    <a:lastCol>
      <a:tcTxStyle b="on" i="off">
        <a:font>
          <a:latin typeface="Arial"/>
          <a:ea typeface="Arial"/>
          <a:cs typeface="Arial"/>
        </a:font>
        <a:schemeClr val="lt1"/>
      </a:tcTxStyle>
      <a:tcStyle>
        <a:tcBdr/>
        <a:fill>
          <a:solidFill>
            <a:schemeClr val="accent3"/>
          </a:solidFill>
        </a:fill>
      </a:tcStyle>
    </a:lastCol>
    <a:firstCol>
      <a:tcTxStyle b="on" i="off">
        <a:font>
          <a:latin typeface="Arial"/>
          <a:ea typeface="Arial"/>
          <a:cs typeface="Arial"/>
        </a:font>
        <a:schemeClr val="lt1"/>
      </a:tcTxStyle>
      <a:tcStyle>
        <a:tcBdr/>
        <a:fill>
          <a:solidFill>
            <a:schemeClr val="accent3"/>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3"/>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3"/>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2.fntdata"/><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1.fntdata"/><Relationship Id="rId33" Type="http://customschemas.google.com/relationships/presentationmetadata" Target="meta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4.fntdata"/><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3.fntdata"/><Relationship Id="rId35" Type="http://schemas.openxmlformats.org/officeDocument/2006/relationships/viewProps" Target="view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de-DE" sz="1200" b="0" i="0" u="none" strike="noStrike" cap="none">
                <a:solidFill>
                  <a:schemeClr val="dk1"/>
                </a:solidFill>
                <a:latin typeface="Arial"/>
                <a:ea typeface="Arial"/>
                <a:cs typeface="Arial"/>
                <a:sym typeface="Arial"/>
              </a:rPr>
              <a:t>‹Nr.›</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3" name="Google Shape;10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2" name="Google Shape;11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8" name="Google Shape;11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8" name="Google Shape;12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6" name="Google Shape;13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6c5a7194a1_0_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6" name="Google Shape;146;g36c5a7194a1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6" name="Google Shape;15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6" name="Google Shape;16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2c7232fcc8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2c7232fcc8_0_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9" name="Google Shape;179;g32c7232fcc8_0_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de-DE"/>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7" name="Google Shape;18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5" name="Google Shape;19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3" name="Google Shape;20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6d5c74998e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36d5c74998e_0_6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4" name="Google Shape;214;g36d5c74998e_0_6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de-DE"/>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6d5c74998e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6d5c74998e_0_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3" name="Google Shape;223;g36d5c74998e_0_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de-DE"/>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6d5c74998e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36d5c74998e_0_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1" name="Google Shape;231;g36d5c74998e_0_1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de-DE"/>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6d5c74998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36d5c74998e_0_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9" name="Google Shape;239;g36d5c74998e_0_19: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de-DE"/>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36d5c74998e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36d5c74998e_0_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7" name="Google Shape;247;g36d5c74998e_0_27: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de-DE"/>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6d5c74998e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36d5c74998e_0_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5" name="Google Shape;255;g36d5c74998e_0_37: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de-DE"/>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6d5c74998e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36d5c74998e_0_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3" name="Google Shape;263;g36d5c74998e_0_46: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de-DE"/>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6d5c74998e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36d5c74998e_0_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1" name="Google Shape;271;g36d5c74998e_0_54: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de-DE"/>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8" name="Google Shape;27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elfolie">
  <p:cSld name="Titelfolie">
    <p:spTree>
      <p:nvGrpSpPr>
        <p:cNvPr id="1" name="Shape 12"/>
        <p:cNvGrpSpPr/>
        <p:nvPr/>
      </p:nvGrpSpPr>
      <p:grpSpPr>
        <a:xfrm>
          <a:off x="0" y="0"/>
          <a:ext cx="0" cy="0"/>
          <a:chOff x="0" y="0"/>
          <a:chExt cx="0" cy="0"/>
        </a:xfrm>
      </p:grpSpPr>
      <p:pic>
        <p:nvPicPr>
          <p:cNvPr id="13" name="Google Shape;13;p14" descr="/Volumes/Daten/Uni_Leipzig/1_Corporate_Design/17_351_UniLE_MF_Aktualisierung CD-Handbuch/Grafik/Produktion/Datenvorlagen/_UniLE_MF_Marke/MF_Marke/180504_Medizinische_Fakultaet.jpg"/>
          <p:cNvPicPr preferRelativeResize="0"/>
          <p:nvPr/>
        </p:nvPicPr>
        <p:blipFill rotWithShape="1">
          <a:blip r:embed="rId2">
            <a:alphaModFix/>
          </a:blip>
          <a:srcRect/>
          <a:stretch/>
        </p:blipFill>
        <p:spPr>
          <a:xfrm>
            <a:off x="-13094" y="19059"/>
            <a:ext cx="3401276" cy="1547998"/>
          </a:xfrm>
          <a:prstGeom prst="rect">
            <a:avLst/>
          </a:prstGeom>
          <a:noFill/>
          <a:ln>
            <a:noFill/>
          </a:ln>
        </p:spPr>
      </p:pic>
      <p:sp>
        <p:nvSpPr>
          <p:cNvPr id="14" name="Google Shape;14;p14"/>
          <p:cNvSpPr txBox="1">
            <a:spLocks noGrp="1"/>
          </p:cNvSpPr>
          <p:nvPr>
            <p:ph type="ctrTitle"/>
          </p:nvPr>
        </p:nvSpPr>
        <p:spPr>
          <a:xfrm>
            <a:off x="295687" y="2078847"/>
            <a:ext cx="8092705" cy="1487313"/>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2800" b="1">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4"/>
          <p:cNvSpPr txBox="1">
            <a:spLocks noGrp="1"/>
          </p:cNvSpPr>
          <p:nvPr>
            <p:ph type="subTitle" idx="1"/>
          </p:nvPr>
        </p:nvSpPr>
        <p:spPr>
          <a:xfrm>
            <a:off x="295687" y="1606876"/>
            <a:ext cx="6400800" cy="471971"/>
          </a:xfrm>
          <a:prstGeom prst="rect">
            <a:avLst/>
          </a:prstGeom>
          <a:noFill/>
          <a:ln>
            <a:noFill/>
          </a:ln>
        </p:spPr>
        <p:txBody>
          <a:bodyPr spcFirstLastPara="1" wrap="square" lIns="91425" tIns="45700" rIns="91425" bIns="45700" anchor="b" anchorCtr="0">
            <a:noAutofit/>
          </a:bodyPr>
          <a:lstStyle>
            <a:lvl1pPr lvl="0" algn="l">
              <a:spcBef>
                <a:spcPts val="360"/>
              </a:spcBef>
              <a:spcAft>
                <a:spcPts val="0"/>
              </a:spcAft>
              <a:buClr>
                <a:schemeClr val="dk1"/>
              </a:buClr>
              <a:buSzPts val="1800"/>
              <a:buNone/>
              <a:defRPr sz="1800">
                <a:solidFill>
                  <a:schemeClr val="dk1"/>
                </a:solidFill>
              </a:defRPr>
            </a:lvl1pPr>
            <a:lvl2pPr lvl="1" algn="ctr">
              <a:spcBef>
                <a:spcPts val="360"/>
              </a:spcBef>
              <a:spcAft>
                <a:spcPts val="0"/>
              </a:spcAft>
              <a:buClr>
                <a:srgbClr val="888888"/>
              </a:buClr>
              <a:buSzPts val="1800"/>
              <a:buNone/>
              <a:defRPr>
                <a:solidFill>
                  <a:srgbClr val="888888"/>
                </a:solidFill>
              </a:defRPr>
            </a:lvl2pPr>
            <a:lvl3pPr lvl="2" algn="ctr">
              <a:spcBef>
                <a:spcPts val="240"/>
              </a:spcBef>
              <a:spcAft>
                <a:spcPts val="0"/>
              </a:spcAft>
              <a:buClr>
                <a:srgbClr val="888888"/>
              </a:buClr>
              <a:buSzPts val="1200"/>
              <a:buNone/>
              <a:defRPr>
                <a:solidFill>
                  <a:srgbClr val="888888"/>
                </a:solidFill>
              </a:defRPr>
            </a:lvl3pPr>
            <a:lvl4pPr lvl="3" algn="ctr">
              <a:spcBef>
                <a:spcPts val="240"/>
              </a:spcBef>
              <a:spcAft>
                <a:spcPts val="0"/>
              </a:spcAft>
              <a:buClr>
                <a:srgbClr val="888888"/>
              </a:buClr>
              <a:buSzPts val="1200"/>
              <a:buNone/>
              <a:defRPr>
                <a:solidFill>
                  <a:srgbClr val="888888"/>
                </a:solidFill>
              </a:defRPr>
            </a:lvl4pPr>
            <a:lvl5pPr lvl="4" algn="ctr">
              <a:spcBef>
                <a:spcPts val="240"/>
              </a:spcBef>
              <a:spcAft>
                <a:spcPts val="0"/>
              </a:spcAft>
              <a:buClr>
                <a:srgbClr val="888888"/>
              </a:buClr>
              <a:buSzPts val="12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6" name="Google Shape;16;p14"/>
          <p:cNvSpPr>
            <a:spLocks noGrp="1"/>
          </p:cNvSpPr>
          <p:nvPr>
            <p:ph type="pic" idx="2"/>
          </p:nvPr>
        </p:nvSpPr>
        <p:spPr>
          <a:xfrm>
            <a:off x="295687" y="4439286"/>
            <a:ext cx="2098597" cy="517525"/>
          </a:xfrm>
          <a:prstGeom prst="rect">
            <a:avLst/>
          </a:prstGeom>
          <a:noFill/>
          <a:ln>
            <a:noFill/>
          </a:ln>
        </p:spPr>
        <p:txBody>
          <a:bodyPr/>
          <a:lstStyle/>
          <a:p>
            <a:endParaRPr lang="de-DE"/>
          </a:p>
        </p:txBody>
      </p:sp>
      <p:sp>
        <p:nvSpPr>
          <p:cNvPr id="17" name="Google Shape;17;p14"/>
          <p:cNvSpPr>
            <a:spLocks noGrp="1"/>
          </p:cNvSpPr>
          <p:nvPr>
            <p:ph type="pic" idx="3"/>
          </p:nvPr>
        </p:nvSpPr>
        <p:spPr>
          <a:xfrm>
            <a:off x="2453698" y="4444369"/>
            <a:ext cx="2184476" cy="517525"/>
          </a:xfrm>
          <a:prstGeom prst="rect">
            <a:avLst/>
          </a:prstGeom>
          <a:noFill/>
          <a:ln>
            <a:noFill/>
          </a:ln>
        </p:spPr>
        <p:txBody>
          <a:bodyPr/>
          <a:lstStyle/>
          <a:p>
            <a:endParaRPr lang="de-DE"/>
          </a:p>
        </p:txBody>
      </p:sp>
      <p:sp>
        <p:nvSpPr>
          <p:cNvPr id="18" name="Google Shape;18;p14"/>
          <p:cNvSpPr/>
          <p:nvPr/>
        </p:nvSpPr>
        <p:spPr>
          <a:xfrm rot="348924">
            <a:off x="8471146" y="-38043"/>
            <a:ext cx="956809" cy="5256635"/>
          </a:xfrm>
          <a:custGeom>
            <a:avLst/>
            <a:gdLst/>
            <a:ahLst/>
            <a:cxnLst/>
            <a:rect l="l" t="t" r="r" b="b"/>
            <a:pathLst>
              <a:path w="781424" h="5245637" extrusionOk="0">
                <a:moveTo>
                  <a:pt x="0" y="5245637"/>
                </a:moveTo>
                <a:lnTo>
                  <a:pt x="339503" y="0"/>
                </a:lnTo>
                <a:lnTo>
                  <a:pt x="781424" y="5149745"/>
                </a:lnTo>
                <a:lnTo>
                  <a:pt x="0" y="5245637"/>
                </a:lnTo>
                <a:close/>
              </a:path>
            </a:pathLst>
          </a:custGeom>
          <a:solidFill>
            <a:srgbClr val="008AC9"/>
          </a:solidFill>
          <a:ln w="9525" cap="flat" cmpd="sng">
            <a:solidFill>
              <a:srgbClr val="0087C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 name="Google Shape;19;p14"/>
          <p:cNvSpPr/>
          <p:nvPr/>
        </p:nvSpPr>
        <p:spPr>
          <a:xfrm rot="8241572" flipH="1">
            <a:off x="6280471" y="3669367"/>
            <a:ext cx="3546762" cy="2138528"/>
          </a:xfrm>
          <a:custGeom>
            <a:avLst/>
            <a:gdLst/>
            <a:ahLst/>
            <a:cxnLst/>
            <a:rect l="l" t="t" r="r" b="b"/>
            <a:pathLst>
              <a:path w="3546762" h="2138528" extrusionOk="0">
                <a:moveTo>
                  <a:pt x="0" y="2138528"/>
                </a:moveTo>
                <a:lnTo>
                  <a:pt x="2310704" y="0"/>
                </a:lnTo>
                <a:lnTo>
                  <a:pt x="3546762" y="1345944"/>
                </a:lnTo>
                <a:lnTo>
                  <a:pt x="0" y="2138528"/>
                </a:lnTo>
                <a:close/>
              </a:path>
            </a:pathLst>
          </a:custGeom>
          <a:solidFill>
            <a:srgbClr val="8AC2D1">
              <a:alpha val="49803"/>
            </a:srgbClr>
          </a:solidFill>
          <a:ln>
            <a:noFill/>
          </a:ln>
          <a:effectLst>
            <a:outerShdw sx="1000" sy="1000" rotWithShape="0">
              <a:srgbClr val="000000"/>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Vielen Dank!">
  <p:cSld name="Vielen Dank!">
    <p:spTree>
      <p:nvGrpSpPr>
        <p:cNvPr id="1" name="Shape 20"/>
        <p:cNvGrpSpPr/>
        <p:nvPr/>
      </p:nvGrpSpPr>
      <p:grpSpPr>
        <a:xfrm>
          <a:off x="0" y="0"/>
          <a:ext cx="0" cy="0"/>
          <a:chOff x="0" y="0"/>
          <a:chExt cx="0" cy="0"/>
        </a:xfrm>
      </p:grpSpPr>
      <p:pic>
        <p:nvPicPr>
          <p:cNvPr id="21" name="Google Shape;21;p18"/>
          <p:cNvPicPr preferRelativeResize="0"/>
          <p:nvPr/>
        </p:nvPicPr>
        <p:blipFill rotWithShape="1">
          <a:blip r:embed="rId2">
            <a:alphaModFix/>
          </a:blip>
          <a:srcRect/>
          <a:stretch/>
        </p:blipFill>
        <p:spPr>
          <a:xfrm>
            <a:off x="0" y="5093"/>
            <a:ext cx="3429000" cy="1442376"/>
          </a:xfrm>
          <a:prstGeom prst="rect">
            <a:avLst/>
          </a:prstGeom>
          <a:noFill/>
          <a:ln>
            <a:noFill/>
          </a:ln>
        </p:spPr>
      </p:pic>
      <p:sp>
        <p:nvSpPr>
          <p:cNvPr id="22" name="Google Shape;22;p18"/>
          <p:cNvSpPr txBox="1">
            <a:spLocks noGrp="1"/>
          </p:cNvSpPr>
          <p:nvPr>
            <p:ph type="ctrTitle"/>
          </p:nvPr>
        </p:nvSpPr>
        <p:spPr>
          <a:xfrm>
            <a:off x="365495" y="2078847"/>
            <a:ext cx="7984797" cy="562753"/>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2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8"/>
          <p:cNvSpPr txBox="1">
            <a:spLocks noGrp="1"/>
          </p:cNvSpPr>
          <p:nvPr>
            <p:ph type="body" idx="1"/>
          </p:nvPr>
        </p:nvSpPr>
        <p:spPr>
          <a:xfrm>
            <a:off x="365495" y="2834640"/>
            <a:ext cx="4672172" cy="1847427"/>
          </a:xfrm>
          <a:prstGeom prst="rect">
            <a:avLst/>
          </a:prstGeom>
          <a:noFill/>
          <a:ln>
            <a:noFill/>
          </a:ln>
        </p:spPr>
        <p:txBody>
          <a:bodyPr spcFirstLastPara="1" wrap="square" lIns="91425" tIns="45700" rIns="91425" bIns="45700" anchor="t" anchorCtr="0">
            <a:noAutofit/>
          </a:bodyPr>
          <a:lstStyle>
            <a:lvl1pPr marL="457200" lvl="0" indent="-228600" algn="l">
              <a:spcBef>
                <a:spcPts val="220"/>
              </a:spcBef>
              <a:spcAft>
                <a:spcPts val="0"/>
              </a:spcAft>
              <a:buClr>
                <a:schemeClr val="dk1"/>
              </a:buClr>
              <a:buSzPts val="1100"/>
              <a:buNone/>
              <a:defRPr sz="1100">
                <a:solidFill>
                  <a:schemeClr val="dk1"/>
                </a:solidFill>
              </a:defRPr>
            </a:lvl1pPr>
            <a:lvl2pPr marL="914400" lvl="1" indent="-228600" algn="l">
              <a:spcBef>
                <a:spcPts val="220"/>
              </a:spcBef>
              <a:spcAft>
                <a:spcPts val="0"/>
              </a:spcAft>
              <a:buClr>
                <a:schemeClr val="dk1"/>
              </a:buClr>
              <a:buSzPts val="1100"/>
              <a:buNone/>
              <a:defRPr sz="1100">
                <a:solidFill>
                  <a:schemeClr val="dk1"/>
                </a:solidFill>
              </a:defRPr>
            </a:lvl2pPr>
            <a:lvl3pPr marL="1371600" lvl="2" indent="-228600" algn="l">
              <a:spcBef>
                <a:spcPts val="360"/>
              </a:spcBef>
              <a:spcAft>
                <a:spcPts val="0"/>
              </a:spcAft>
              <a:buClr>
                <a:schemeClr val="dk1"/>
              </a:buClr>
              <a:buSzPts val="1800"/>
              <a:buNone/>
              <a:defRPr sz="18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pic>
        <p:nvPicPr>
          <p:cNvPr id="24" name="Google Shape;24;p18" descr="/Volumes/Daten/Uni_Leipzig/1_Corporate_Design/17_351_UniLE_MF_Aktualisierung CD-Handbuch/Grafik/Produktion/Datenvorlagen/_UniLE_MF_Marke/MF_Marke/180504_Medizinische_Fakultaet.jpg"/>
          <p:cNvPicPr preferRelativeResize="0"/>
          <p:nvPr/>
        </p:nvPicPr>
        <p:blipFill rotWithShape="1">
          <a:blip r:embed="rId3">
            <a:alphaModFix/>
          </a:blip>
          <a:srcRect/>
          <a:stretch/>
        </p:blipFill>
        <p:spPr>
          <a:xfrm>
            <a:off x="-13094" y="19059"/>
            <a:ext cx="3401276" cy="1547998"/>
          </a:xfrm>
          <a:prstGeom prst="rect">
            <a:avLst/>
          </a:prstGeom>
          <a:noFill/>
          <a:ln>
            <a:noFill/>
          </a:ln>
        </p:spPr>
      </p:pic>
      <p:sp>
        <p:nvSpPr>
          <p:cNvPr id="25" name="Google Shape;25;p18"/>
          <p:cNvSpPr/>
          <p:nvPr/>
        </p:nvSpPr>
        <p:spPr>
          <a:xfrm rot="348924">
            <a:off x="8471146" y="-38043"/>
            <a:ext cx="956809" cy="5256635"/>
          </a:xfrm>
          <a:custGeom>
            <a:avLst/>
            <a:gdLst/>
            <a:ahLst/>
            <a:cxnLst/>
            <a:rect l="l" t="t" r="r" b="b"/>
            <a:pathLst>
              <a:path w="781424" h="5245637" extrusionOk="0">
                <a:moveTo>
                  <a:pt x="0" y="5245637"/>
                </a:moveTo>
                <a:lnTo>
                  <a:pt x="339503" y="0"/>
                </a:lnTo>
                <a:lnTo>
                  <a:pt x="781424" y="5149745"/>
                </a:lnTo>
                <a:lnTo>
                  <a:pt x="0" y="5245637"/>
                </a:lnTo>
                <a:close/>
              </a:path>
            </a:pathLst>
          </a:custGeom>
          <a:solidFill>
            <a:srgbClr val="008AC9"/>
          </a:solidFill>
          <a:ln w="9525" cap="flat" cmpd="sng">
            <a:solidFill>
              <a:srgbClr val="0087C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 name="Google Shape;26;p18"/>
          <p:cNvSpPr/>
          <p:nvPr/>
        </p:nvSpPr>
        <p:spPr>
          <a:xfrm rot="8241572" flipH="1">
            <a:off x="6280471" y="3669367"/>
            <a:ext cx="3546762" cy="2138528"/>
          </a:xfrm>
          <a:custGeom>
            <a:avLst/>
            <a:gdLst/>
            <a:ahLst/>
            <a:cxnLst/>
            <a:rect l="l" t="t" r="r" b="b"/>
            <a:pathLst>
              <a:path w="3546762" h="2138528" extrusionOk="0">
                <a:moveTo>
                  <a:pt x="0" y="2138528"/>
                </a:moveTo>
                <a:lnTo>
                  <a:pt x="2310704" y="0"/>
                </a:lnTo>
                <a:lnTo>
                  <a:pt x="3546762" y="1345944"/>
                </a:lnTo>
                <a:lnTo>
                  <a:pt x="0" y="2138528"/>
                </a:lnTo>
                <a:close/>
              </a:path>
            </a:pathLst>
          </a:custGeom>
          <a:solidFill>
            <a:srgbClr val="8AC2D1">
              <a:alpha val="49803"/>
            </a:srgbClr>
          </a:solidFill>
          <a:ln>
            <a:noFill/>
          </a:ln>
          <a:effectLst>
            <a:outerShdw sx="1000" sy="1000" rotWithShape="0">
              <a:srgbClr val="000000"/>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Zwischenfolie rechts">
  <p:cSld name="Zwischenfolie rechts">
    <p:spTree>
      <p:nvGrpSpPr>
        <p:cNvPr id="1" name="Shape 27"/>
        <p:cNvGrpSpPr/>
        <p:nvPr/>
      </p:nvGrpSpPr>
      <p:grpSpPr>
        <a:xfrm>
          <a:off x="0" y="0"/>
          <a:ext cx="0" cy="0"/>
          <a:chOff x="0" y="0"/>
          <a:chExt cx="0" cy="0"/>
        </a:xfrm>
      </p:grpSpPr>
      <p:sp>
        <p:nvSpPr>
          <p:cNvPr id="28" name="Google Shape;28;p19"/>
          <p:cNvSpPr txBox="1">
            <a:spLocks noGrp="1"/>
          </p:cNvSpPr>
          <p:nvPr>
            <p:ph type="body" idx="1"/>
          </p:nvPr>
        </p:nvSpPr>
        <p:spPr>
          <a:xfrm>
            <a:off x="3501688" y="-5922"/>
            <a:ext cx="5654316" cy="5152775"/>
          </a:xfrm>
          <a:prstGeom prst="rect">
            <a:avLst/>
          </a:prstGeom>
          <a:solidFill>
            <a:schemeClr val="accent1"/>
          </a:solidFill>
          <a:ln>
            <a:noFill/>
          </a:ln>
        </p:spPr>
        <p:txBody>
          <a:bodyPr spcFirstLastPara="1" wrap="square" lIns="91425" tIns="45700" rIns="91425" bIns="45700" anchor="t" anchorCtr="0">
            <a:noAutofit/>
          </a:bodyPr>
          <a:lstStyle>
            <a:lvl1pPr marL="457200" lvl="0" indent="-228600" algn="l">
              <a:spcBef>
                <a:spcPts val="360"/>
              </a:spcBef>
              <a:spcAft>
                <a:spcPts val="0"/>
              </a:spcAft>
              <a:buSzPts val="1400"/>
              <a:buNone/>
              <a:defRPr/>
            </a:lvl1pPr>
            <a:lvl2pPr marL="914400" lvl="1" indent="-228600" algn="l">
              <a:spcBef>
                <a:spcPts val="360"/>
              </a:spcBef>
              <a:spcAft>
                <a:spcPts val="0"/>
              </a:spcAft>
              <a:buSzPts val="1400"/>
              <a:buNone/>
              <a:defRPr/>
            </a:lvl2pPr>
            <a:lvl3pPr marL="1371600" lvl="2" indent="-228600" algn="l">
              <a:spcBef>
                <a:spcPts val="360"/>
              </a:spcBef>
              <a:spcAft>
                <a:spcPts val="0"/>
              </a:spcAft>
              <a:buSzPts val="1400"/>
              <a:buNone/>
              <a:defRPr/>
            </a:lvl3pPr>
            <a:lvl4pPr marL="1828800" lvl="3" indent="-228600" algn="l">
              <a:spcBef>
                <a:spcPts val="240"/>
              </a:spcBef>
              <a:spcAft>
                <a:spcPts val="0"/>
              </a:spcAft>
              <a:buSzPts val="1400"/>
              <a:buNone/>
              <a:defRPr>
                <a:solidFill>
                  <a:schemeClr val="accent1"/>
                </a:solidFill>
              </a:defRPr>
            </a:lvl4pPr>
            <a:lvl5pPr marL="2286000" lvl="4" indent="-228600" algn="l">
              <a:spcBef>
                <a:spcPts val="360"/>
              </a:spcBef>
              <a:spcAft>
                <a:spcPts val="0"/>
              </a:spcAft>
              <a:buSzPts val="1400"/>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 name="Google Shape;29;p19"/>
          <p:cNvSpPr txBox="1">
            <a:spLocks noGrp="1"/>
          </p:cNvSpPr>
          <p:nvPr>
            <p:ph type="body" idx="2"/>
          </p:nvPr>
        </p:nvSpPr>
        <p:spPr>
          <a:xfrm>
            <a:off x="4429719" y="-4153"/>
            <a:ext cx="4711557" cy="5154092"/>
          </a:xfrm>
          <a:prstGeom prst="rect">
            <a:avLst/>
          </a:prstGeom>
          <a:solidFill>
            <a:srgbClr val="8AC2D1">
              <a:alpha val="49803"/>
            </a:srgbClr>
          </a:solidFill>
          <a:ln>
            <a:noFill/>
          </a:ln>
        </p:spPr>
        <p:txBody>
          <a:bodyPr spcFirstLastPara="1" wrap="square" lIns="91425" tIns="45700" rIns="91425" bIns="45700" anchor="t" anchorCtr="0">
            <a:noAutofit/>
          </a:bodyPr>
          <a:lstStyle>
            <a:lvl1pPr marL="457200" lvl="0" indent="-228600" algn="l">
              <a:spcBef>
                <a:spcPts val="360"/>
              </a:spcBef>
              <a:spcAft>
                <a:spcPts val="0"/>
              </a:spcAft>
              <a:buSzPts val="1400"/>
              <a:buNone/>
              <a:defRPr/>
            </a:lvl1pPr>
            <a:lvl2pPr marL="914400" lvl="1" indent="-228600" algn="l">
              <a:spcBef>
                <a:spcPts val="360"/>
              </a:spcBef>
              <a:spcAft>
                <a:spcPts val="0"/>
              </a:spcAft>
              <a:buSzPts val="1400"/>
              <a:buNone/>
              <a:defRPr/>
            </a:lvl2pPr>
            <a:lvl3pPr marL="1371600" lvl="2" indent="-228600" algn="l">
              <a:spcBef>
                <a:spcPts val="360"/>
              </a:spcBef>
              <a:spcAft>
                <a:spcPts val="0"/>
              </a:spcAft>
              <a:buSzPts val="1400"/>
              <a:buNone/>
              <a:defRPr/>
            </a:lvl3pPr>
            <a:lvl4pPr marL="1828800" lvl="3" indent="-228600" algn="l">
              <a:spcBef>
                <a:spcPts val="240"/>
              </a:spcBef>
              <a:spcAft>
                <a:spcPts val="0"/>
              </a:spcAft>
              <a:buSzPts val="1400"/>
              <a:buNone/>
              <a:defRPr>
                <a:solidFill>
                  <a:srgbClr val="FF5451"/>
                </a:solidFill>
              </a:defRPr>
            </a:lvl4pPr>
            <a:lvl5pPr marL="2286000" lvl="4" indent="-228600" algn="l">
              <a:spcBef>
                <a:spcPts val="360"/>
              </a:spcBef>
              <a:spcAft>
                <a:spcPts val="0"/>
              </a:spcAft>
              <a:buSzPts val="1400"/>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0" name="Google Shape;30;p19"/>
          <p:cNvSpPr txBox="1">
            <a:spLocks noGrp="1"/>
          </p:cNvSpPr>
          <p:nvPr>
            <p:ph type="body" idx="3"/>
          </p:nvPr>
        </p:nvSpPr>
        <p:spPr>
          <a:xfrm>
            <a:off x="5113728" y="1066801"/>
            <a:ext cx="3562911" cy="350998"/>
          </a:xfrm>
          <a:prstGeom prst="rect">
            <a:avLst/>
          </a:prstGeom>
          <a:noFill/>
          <a:ln>
            <a:noFill/>
          </a:ln>
        </p:spPr>
        <p:txBody>
          <a:bodyPr spcFirstLastPara="1" wrap="square" lIns="91425" tIns="45700" rIns="91425" bIns="45700" anchor="b" anchorCtr="0">
            <a:noAutofit/>
          </a:bodyPr>
          <a:lstStyle>
            <a:lvl1pPr marL="457200" lvl="0" indent="-228600" algn="r">
              <a:spcBef>
                <a:spcPts val="360"/>
              </a:spcBef>
              <a:spcAft>
                <a:spcPts val="0"/>
              </a:spcAft>
              <a:buClr>
                <a:schemeClr val="lt1"/>
              </a:buClr>
              <a:buSzPts val="1800"/>
              <a:buNone/>
              <a:defRPr sz="1800">
                <a:solidFill>
                  <a:schemeClr val="lt1"/>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1" name="Google Shape;31;p19"/>
          <p:cNvSpPr>
            <a:spLocks noGrp="1"/>
          </p:cNvSpPr>
          <p:nvPr>
            <p:ph type="pic" idx="4"/>
          </p:nvPr>
        </p:nvSpPr>
        <p:spPr>
          <a:xfrm>
            <a:off x="-1" y="0"/>
            <a:ext cx="6115051" cy="5149939"/>
          </a:xfrm>
          <a:prstGeom prst="rect">
            <a:avLst/>
          </a:prstGeom>
          <a:noFill/>
          <a:ln>
            <a:noFill/>
          </a:ln>
        </p:spPr>
      </p:sp>
      <p:sp>
        <p:nvSpPr>
          <p:cNvPr id="32" name="Google Shape;32;p19"/>
          <p:cNvSpPr txBox="1">
            <a:spLocks noGrp="1"/>
          </p:cNvSpPr>
          <p:nvPr>
            <p:ph type="title"/>
          </p:nvPr>
        </p:nvSpPr>
        <p:spPr>
          <a:xfrm>
            <a:off x="5113728" y="1447164"/>
            <a:ext cx="3562911" cy="2201545"/>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sz="2800" b="1" cap="none">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Zwischenfolie links">
  <p:cSld name="Zwischenfolie links">
    <p:spTree>
      <p:nvGrpSpPr>
        <p:cNvPr id="1" name="Shape 33"/>
        <p:cNvGrpSpPr/>
        <p:nvPr/>
      </p:nvGrpSpPr>
      <p:grpSpPr>
        <a:xfrm>
          <a:off x="0" y="0"/>
          <a:ext cx="0" cy="0"/>
          <a:chOff x="0" y="0"/>
          <a:chExt cx="0" cy="0"/>
        </a:xfrm>
      </p:grpSpPr>
      <p:sp>
        <p:nvSpPr>
          <p:cNvPr id="34" name="Google Shape;34;p20"/>
          <p:cNvSpPr txBox="1">
            <a:spLocks noGrp="1"/>
          </p:cNvSpPr>
          <p:nvPr>
            <p:ph type="body" idx="1"/>
          </p:nvPr>
        </p:nvSpPr>
        <p:spPr>
          <a:xfrm flipH="1">
            <a:off x="-14439" y="-5922"/>
            <a:ext cx="5654316" cy="5152775"/>
          </a:xfrm>
          <a:prstGeom prst="rect">
            <a:avLst/>
          </a:prstGeom>
          <a:solidFill>
            <a:srgbClr val="008AC9"/>
          </a:solidFill>
          <a:ln>
            <a:noFill/>
          </a:ln>
        </p:spPr>
        <p:txBody>
          <a:bodyPr spcFirstLastPara="1" wrap="square" lIns="91425" tIns="45700" rIns="91425" bIns="45700" anchor="t" anchorCtr="0">
            <a:noAutofit/>
          </a:bodyPr>
          <a:lstStyle>
            <a:lvl1pPr marL="457200" lvl="0" indent="-228600" algn="l">
              <a:spcBef>
                <a:spcPts val="360"/>
              </a:spcBef>
              <a:spcAft>
                <a:spcPts val="0"/>
              </a:spcAft>
              <a:buSzPts val="1400"/>
              <a:buNone/>
              <a:defRPr/>
            </a:lvl1pPr>
            <a:lvl2pPr marL="914400" lvl="1" indent="-228600" algn="l">
              <a:spcBef>
                <a:spcPts val="360"/>
              </a:spcBef>
              <a:spcAft>
                <a:spcPts val="0"/>
              </a:spcAft>
              <a:buSzPts val="1400"/>
              <a:buNone/>
              <a:defRPr/>
            </a:lvl2pPr>
            <a:lvl3pPr marL="1371600" lvl="2" indent="-228600" algn="l">
              <a:spcBef>
                <a:spcPts val="360"/>
              </a:spcBef>
              <a:spcAft>
                <a:spcPts val="0"/>
              </a:spcAft>
              <a:buSzPts val="1400"/>
              <a:buNone/>
              <a:defRPr/>
            </a:lvl3pPr>
            <a:lvl4pPr marL="1828800" lvl="3" indent="-228600" algn="l">
              <a:spcBef>
                <a:spcPts val="240"/>
              </a:spcBef>
              <a:spcAft>
                <a:spcPts val="0"/>
              </a:spcAft>
              <a:buSzPts val="1400"/>
              <a:buNone/>
              <a:defRPr/>
            </a:lvl4pPr>
            <a:lvl5pPr marL="2286000" lvl="4" indent="-228600" algn="l">
              <a:spcBef>
                <a:spcPts val="360"/>
              </a:spcBef>
              <a:spcAft>
                <a:spcPts val="0"/>
              </a:spcAft>
              <a:buSzPts val="1400"/>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5" name="Google Shape;35;p20"/>
          <p:cNvSpPr txBox="1">
            <a:spLocks noGrp="1"/>
          </p:cNvSpPr>
          <p:nvPr>
            <p:ph type="body" idx="2"/>
          </p:nvPr>
        </p:nvSpPr>
        <p:spPr>
          <a:xfrm flipH="1">
            <a:off x="-14439" y="-4153"/>
            <a:ext cx="4711557" cy="5154092"/>
          </a:xfrm>
          <a:prstGeom prst="rect">
            <a:avLst/>
          </a:prstGeom>
          <a:solidFill>
            <a:srgbClr val="8AC2D1">
              <a:alpha val="49803"/>
            </a:srgbClr>
          </a:solidFill>
          <a:ln>
            <a:noFill/>
          </a:ln>
        </p:spPr>
        <p:txBody>
          <a:bodyPr spcFirstLastPara="1" wrap="square" lIns="91425" tIns="45700" rIns="91425" bIns="45700" anchor="t" anchorCtr="0">
            <a:noAutofit/>
          </a:bodyPr>
          <a:lstStyle>
            <a:lvl1pPr marL="457200" lvl="0" indent="-228600" algn="l">
              <a:spcBef>
                <a:spcPts val="360"/>
              </a:spcBef>
              <a:spcAft>
                <a:spcPts val="0"/>
              </a:spcAft>
              <a:buSzPts val="1400"/>
              <a:buNone/>
              <a:defRPr/>
            </a:lvl1pPr>
            <a:lvl2pPr marL="914400" lvl="1" indent="-228600" algn="l">
              <a:spcBef>
                <a:spcPts val="360"/>
              </a:spcBef>
              <a:spcAft>
                <a:spcPts val="0"/>
              </a:spcAft>
              <a:buSzPts val="1400"/>
              <a:buNone/>
              <a:defRPr/>
            </a:lvl2pPr>
            <a:lvl3pPr marL="1371600" lvl="2" indent="-228600" algn="l">
              <a:spcBef>
                <a:spcPts val="360"/>
              </a:spcBef>
              <a:spcAft>
                <a:spcPts val="0"/>
              </a:spcAft>
              <a:buSzPts val="1400"/>
              <a:buNone/>
              <a:defRPr/>
            </a:lvl3pPr>
            <a:lvl4pPr marL="1828800" lvl="3" indent="-228600" algn="l">
              <a:spcBef>
                <a:spcPts val="240"/>
              </a:spcBef>
              <a:spcAft>
                <a:spcPts val="0"/>
              </a:spcAft>
              <a:buSzPts val="1400"/>
              <a:buNone/>
              <a:defRPr/>
            </a:lvl4pPr>
            <a:lvl5pPr marL="2286000" lvl="4" indent="-228600" algn="l">
              <a:spcBef>
                <a:spcPts val="360"/>
              </a:spcBef>
              <a:spcAft>
                <a:spcPts val="0"/>
              </a:spcAft>
              <a:buSzPts val="1400"/>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6" name="Google Shape;36;p20"/>
          <p:cNvSpPr txBox="1">
            <a:spLocks noGrp="1"/>
          </p:cNvSpPr>
          <p:nvPr>
            <p:ph type="body" idx="3"/>
          </p:nvPr>
        </p:nvSpPr>
        <p:spPr>
          <a:xfrm>
            <a:off x="471878" y="1066801"/>
            <a:ext cx="3562911" cy="350998"/>
          </a:xfrm>
          <a:prstGeom prst="rect">
            <a:avLst/>
          </a:prstGeom>
          <a:noFill/>
          <a:ln>
            <a:noFill/>
          </a:ln>
        </p:spPr>
        <p:txBody>
          <a:bodyPr spcFirstLastPara="1" wrap="square" lIns="91425" tIns="45700" rIns="91425" bIns="45700" anchor="b" anchorCtr="0">
            <a:noAutofit/>
          </a:bodyPr>
          <a:lstStyle>
            <a:lvl1pPr marL="457200" lvl="0" indent="-228600" algn="l">
              <a:spcBef>
                <a:spcPts val="360"/>
              </a:spcBef>
              <a:spcAft>
                <a:spcPts val="0"/>
              </a:spcAft>
              <a:buClr>
                <a:schemeClr val="lt1"/>
              </a:buClr>
              <a:buSzPts val="1800"/>
              <a:buNone/>
              <a:defRPr sz="1800">
                <a:solidFill>
                  <a:schemeClr val="lt1"/>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7" name="Google Shape;37;p20"/>
          <p:cNvSpPr>
            <a:spLocks noGrp="1"/>
          </p:cNvSpPr>
          <p:nvPr>
            <p:ph type="pic" idx="4"/>
          </p:nvPr>
        </p:nvSpPr>
        <p:spPr>
          <a:xfrm>
            <a:off x="2711450" y="0"/>
            <a:ext cx="6432551" cy="5149939"/>
          </a:xfrm>
          <a:prstGeom prst="rect">
            <a:avLst/>
          </a:prstGeom>
          <a:noFill/>
          <a:ln>
            <a:noFill/>
          </a:ln>
        </p:spPr>
      </p:sp>
      <p:sp>
        <p:nvSpPr>
          <p:cNvPr id="38" name="Google Shape;38;p20"/>
          <p:cNvSpPr txBox="1">
            <a:spLocks noGrp="1"/>
          </p:cNvSpPr>
          <p:nvPr>
            <p:ph type="title"/>
          </p:nvPr>
        </p:nvSpPr>
        <p:spPr>
          <a:xfrm>
            <a:off x="471878" y="1447164"/>
            <a:ext cx="3562911" cy="22015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2800" b="1" cap="none">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Zwischenfolie ohne Bild">
  <p:cSld name="Zwischenfolie ohne Bild">
    <p:spTree>
      <p:nvGrpSpPr>
        <p:cNvPr id="1" name="Shape 39"/>
        <p:cNvGrpSpPr/>
        <p:nvPr/>
      </p:nvGrpSpPr>
      <p:grpSpPr>
        <a:xfrm>
          <a:off x="0" y="0"/>
          <a:ext cx="0" cy="0"/>
          <a:chOff x="0" y="0"/>
          <a:chExt cx="0" cy="0"/>
        </a:xfrm>
      </p:grpSpPr>
      <p:sp>
        <p:nvSpPr>
          <p:cNvPr id="40" name="Google Shape;40;p21"/>
          <p:cNvSpPr txBox="1">
            <a:spLocks noGrp="1"/>
          </p:cNvSpPr>
          <p:nvPr>
            <p:ph type="ctrTitle"/>
          </p:nvPr>
        </p:nvSpPr>
        <p:spPr>
          <a:xfrm>
            <a:off x="257588" y="2078847"/>
            <a:ext cx="6400800" cy="1487313"/>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2800">
                <a:solidFill>
                  <a:srgbClr val="262A3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1"/>
          <p:cNvSpPr txBox="1">
            <a:spLocks noGrp="1"/>
          </p:cNvSpPr>
          <p:nvPr>
            <p:ph type="subTitle" idx="1"/>
          </p:nvPr>
        </p:nvSpPr>
        <p:spPr>
          <a:xfrm>
            <a:off x="257587" y="1740092"/>
            <a:ext cx="6400800" cy="338755"/>
          </a:xfrm>
          <a:prstGeom prst="rect">
            <a:avLst/>
          </a:prstGeom>
          <a:noFill/>
          <a:ln>
            <a:noFill/>
          </a:ln>
        </p:spPr>
        <p:txBody>
          <a:bodyPr spcFirstLastPara="1" wrap="square" lIns="91425" tIns="45700" rIns="91425" bIns="45700" anchor="t" anchorCtr="0">
            <a:noAutofit/>
          </a:bodyPr>
          <a:lstStyle>
            <a:lvl1pPr lvl="0" algn="l">
              <a:spcBef>
                <a:spcPts val="360"/>
              </a:spcBef>
              <a:spcAft>
                <a:spcPts val="0"/>
              </a:spcAft>
              <a:buClr>
                <a:srgbClr val="262A31"/>
              </a:buClr>
              <a:buSzPts val="1800"/>
              <a:buNone/>
              <a:defRPr sz="1800">
                <a:solidFill>
                  <a:srgbClr val="262A31"/>
                </a:solidFill>
              </a:defRPr>
            </a:lvl1pPr>
            <a:lvl2pPr lvl="1" algn="ctr">
              <a:spcBef>
                <a:spcPts val="360"/>
              </a:spcBef>
              <a:spcAft>
                <a:spcPts val="0"/>
              </a:spcAft>
              <a:buClr>
                <a:srgbClr val="888888"/>
              </a:buClr>
              <a:buSzPts val="1800"/>
              <a:buNone/>
              <a:defRPr>
                <a:solidFill>
                  <a:srgbClr val="888888"/>
                </a:solidFill>
              </a:defRPr>
            </a:lvl2pPr>
            <a:lvl3pPr lvl="2" algn="ctr">
              <a:spcBef>
                <a:spcPts val="240"/>
              </a:spcBef>
              <a:spcAft>
                <a:spcPts val="0"/>
              </a:spcAft>
              <a:buClr>
                <a:srgbClr val="888888"/>
              </a:buClr>
              <a:buSzPts val="1200"/>
              <a:buNone/>
              <a:defRPr>
                <a:solidFill>
                  <a:srgbClr val="888888"/>
                </a:solidFill>
              </a:defRPr>
            </a:lvl3pPr>
            <a:lvl4pPr lvl="3" algn="ctr">
              <a:spcBef>
                <a:spcPts val="240"/>
              </a:spcBef>
              <a:spcAft>
                <a:spcPts val="0"/>
              </a:spcAft>
              <a:buClr>
                <a:srgbClr val="888888"/>
              </a:buClr>
              <a:buSzPts val="1200"/>
              <a:buNone/>
              <a:defRPr>
                <a:solidFill>
                  <a:srgbClr val="888888"/>
                </a:solidFill>
              </a:defRPr>
            </a:lvl4pPr>
            <a:lvl5pPr lvl="4" algn="ctr">
              <a:spcBef>
                <a:spcPts val="240"/>
              </a:spcBef>
              <a:spcAft>
                <a:spcPts val="0"/>
              </a:spcAft>
              <a:buClr>
                <a:srgbClr val="888888"/>
              </a:buClr>
              <a:buSzPts val="12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cxnSp>
        <p:nvCxnSpPr>
          <p:cNvPr id="42" name="Google Shape;42;p21"/>
          <p:cNvCxnSpPr/>
          <p:nvPr/>
        </p:nvCxnSpPr>
        <p:spPr>
          <a:xfrm>
            <a:off x="457200" y="4713670"/>
            <a:ext cx="5731459" cy="0"/>
          </a:xfrm>
          <a:prstGeom prst="straightConnector1">
            <a:avLst/>
          </a:prstGeom>
          <a:noFill/>
          <a:ln w="9525" cap="flat" cmpd="sng">
            <a:solidFill>
              <a:srgbClr val="79B2D4"/>
            </a:solidFill>
            <a:prstDash val="solid"/>
            <a:round/>
            <a:headEnd type="none" w="sm" len="sm"/>
            <a:tailEnd type="none" w="sm" len="sm"/>
          </a:ln>
        </p:spPr>
      </p:cxnSp>
      <p:pic>
        <p:nvPicPr>
          <p:cNvPr id="43" name="Google Shape;43;p21"/>
          <p:cNvPicPr preferRelativeResize="0"/>
          <p:nvPr/>
        </p:nvPicPr>
        <p:blipFill rotWithShape="1">
          <a:blip r:embed="rId2">
            <a:alphaModFix/>
          </a:blip>
          <a:srcRect/>
          <a:stretch/>
        </p:blipFill>
        <p:spPr>
          <a:xfrm>
            <a:off x="457200" y="4769366"/>
            <a:ext cx="547323" cy="324000"/>
          </a:xfrm>
          <a:prstGeom prst="rect">
            <a:avLst/>
          </a:prstGeom>
          <a:noFill/>
          <a:ln>
            <a:noFill/>
          </a:ln>
        </p:spPr>
      </p:pic>
      <p:sp>
        <p:nvSpPr>
          <p:cNvPr id="44" name="Google Shape;44;p21"/>
          <p:cNvSpPr txBox="1">
            <a:spLocks noGrp="1"/>
          </p:cNvSpPr>
          <p:nvPr>
            <p:ph type="body" idx="2"/>
          </p:nvPr>
        </p:nvSpPr>
        <p:spPr>
          <a:xfrm>
            <a:off x="5873903" y="7674"/>
            <a:ext cx="3368168" cy="5148188"/>
          </a:xfrm>
          <a:prstGeom prst="rect">
            <a:avLst/>
          </a:prstGeom>
          <a:solidFill>
            <a:srgbClr val="008AC9"/>
          </a:solidFill>
          <a:ln>
            <a:noFill/>
          </a:ln>
        </p:spPr>
        <p:txBody>
          <a:bodyPr spcFirstLastPara="1" wrap="square" lIns="91425" tIns="45700" rIns="91425" bIns="45700" anchor="t" anchorCtr="0">
            <a:noAutofit/>
          </a:bodyPr>
          <a:lstStyle>
            <a:lvl1pPr marL="457200" lvl="0" indent="-228600" algn="l">
              <a:spcBef>
                <a:spcPts val="360"/>
              </a:spcBef>
              <a:spcAft>
                <a:spcPts val="0"/>
              </a:spcAft>
              <a:buSzPts val="1400"/>
              <a:buNone/>
              <a:defRPr/>
            </a:lvl1pPr>
            <a:lvl2pPr marL="914400" lvl="1" indent="-228600" algn="l">
              <a:spcBef>
                <a:spcPts val="360"/>
              </a:spcBef>
              <a:spcAft>
                <a:spcPts val="0"/>
              </a:spcAft>
              <a:buSzPts val="1400"/>
              <a:buNone/>
              <a:defRPr/>
            </a:lvl2pPr>
            <a:lvl3pPr marL="1371600" lvl="2" indent="-228600" algn="l">
              <a:spcBef>
                <a:spcPts val="360"/>
              </a:spcBef>
              <a:spcAft>
                <a:spcPts val="0"/>
              </a:spcAft>
              <a:buSzPts val="1400"/>
              <a:buNone/>
              <a:defRPr/>
            </a:lvl3pPr>
            <a:lvl4pPr marL="1828800" lvl="3" indent="-228600" algn="l">
              <a:spcBef>
                <a:spcPts val="240"/>
              </a:spcBef>
              <a:spcAft>
                <a:spcPts val="0"/>
              </a:spcAft>
              <a:buSzPts val="1400"/>
              <a:buNone/>
              <a:defRPr>
                <a:solidFill>
                  <a:schemeClr val="accent1"/>
                </a:solidFill>
              </a:defRPr>
            </a:lvl4pPr>
            <a:lvl5pPr marL="2286000" lvl="4" indent="-228600" algn="l">
              <a:spcBef>
                <a:spcPts val="360"/>
              </a:spcBef>
              <a:spcAft>
                <a:spcPts val="0"/>
              </a:spcAft>
              <a:buSzPts val="1400"/>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5" name="Google Shape;45;p21"/>
          <p:cNvSpPr txBox="1">
            <a:spLocks noGrp="1"/>
          </p:cNvSpPr>
          <p:nvPr>
            <p:ph type="body" idx="3"/>
          </p:nvPr>
        </p:nvSpPr>
        <p:spPr>
          <a:xfrm>
            <a:off x="6247991" y="1769"/>
            <a:ext cx="4711557" cy="5154092"/>
          </a:xfrm>
          <a:prstGeom prst="rect">
            <a:avLst/>
          </a:prstGeom>
          <a:solidFill>
            <a:srgbClr val="8AC2D1">
              <a:alpha val="49803"/>
            </a:srgbClr>
          </a:solidFill>
          <a:ln>
            <a:noFill/>
          </a:ln>
        </p:spPr>
        <p:txBody>
          <a:bodyPr spcFirstLastPara="1" wrap="square" lIns="91425" tIns="45700" rIns="91425" bIns="45700" anchor="t" anchorCtr="0">
            <a:noAutofit/>
          </a:bodyPr>
          <a:lstStyle>
            <a:lvl1pPr marL="457200" lvl="0" indent="-228600" algn="l">
              <a:spcBef>
                <a:spcPts val="360"/>
              </a:spcBef>
              <a:spcAft>
                <a:spcPts val="0"/>
              </a:spcAft>
              <a:buSzPts val="1400"/>
              <a:buNone/>
              <a:defRPr/>
            </a:lvl1pPr>
            <a:lvl2pPr marL="914400" lvl="1" indent="-228600" algn="l">
              <a:spcBef>
                <a:spcPts val="360"/>
              </a:spcBef>
              <a:spcAft>
                <a:spcPts val="0"/>
              </a:spcAft>
              <a:buSzPts val="1400"/>
              <a:buNone/>
              <a:defRPr/>
            </a:lvl2pPr>
            <a:lvl3pPr marL="1371600" lvl="2" indent="-228600" algn="l">
              <a:spcBef>
                <a:spcPts val="360"/>
              </a:spcBef>
              <a:spcAft>
                <a:spcPts val="0"/>
              </a:spcAft>
              <a:buSzPts val="1400"/>
              <a:buNone/>
              <a:defRPr/>
            </a:lvl3pPr>
            <a:lvl4pPr marL="1828800" lvl="3" indent="-228600" algn="l">
              <a:spcBef>
                <a:spcPts val="240"/>
              </a:spcBef>
              <a:spcAft>
                <a:spcPts val="0"/>
              </a:spcAft>
              <a:buSzPts val="1400"/>
              <a:buNone/>
              <a:defRPr>
                <a:solidFill>
                  <a:srgbClr val="FF5451"/>
                </a:solidFill>
              </a:defRPr>
            </a:lvl4pPr>
            <a:lvl5pPr marL="2286000" lvl="4" indent="-228600" algn="l">
              <a:spcBef>
                <a:spcPts val="360"/>
              </a:spcBef>
              <a:spcAft>
                <a:spcPts val="0"/>
              </a:spcAft>
              <a:buSzPts val="1400"/>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ld (formatfüllend)">
  <p:cSld name="Bild (formatfüllend)">
    <p:spTree>
      <p:nvGrpSpPr>
        <p:cNvPr id="1" name="Shape 46"/>
        <p:cNvGrpSpPr/>
        <p:nvPr/>
      </p:nvGrpSpPr>
      <p:grpSpPr>
        <a:xfrm>
          <a:off x="0" y="0"/>
          <a:ext cx="0" cy="0"/>
          <a:chOff x="0" y="0"/>
          <a:chExt cx="0" cy="0"/>
        </a:xfrm>
      </p:grpSpPr>
      <p:sp>
        <p:nvSpPr>
          <p:cNvPr id="47" name="Google Shape;47;p22"/>
          <p:cNvSpPr>
            <a:spLocks noGrp="1"/>
          </p:cNvSpPr>
          <p:nvPr>
            <p:ph type="pic" idx="2"/>
          </p:nvPr>
        </p:nvSpPr>
        <p:spPr>
          <a:xfrm>
            <a:off x="8468" y="8468"/>
            <a:ext cx="9135532" cy="5135032"/>
          </a:xfrm>
          <a:prstGeom prst="rect">
            <a:avLst/>
          </a:prstGeom>
          <a:noFill/>
          <a:ln>
            <a:noFill/>
          </a:ln>
        </p:spPr>
      </p:sp>
      <p:sp>
        <p:nvSpPr>
          <p:cNvPr id="48" name="Google Shape;48;p22"/>
          <p:cNvSpPr txBox="1">
            <a:spLocks noGrp="1"/>
          </p:cNvSpPr>
          <p:nvPr>
            <p:ph type="body" idx="1"/>
          </p:nvPr>
        </p:nvSpPr>
        <p:spPr>
          <a:xfrm>
            <a:off x="5873903" y="7674"/>
            <a:ext cx="3368168" cy="5148188"/>
          </a:xfrm>
          <a:prstGeom prst="rect">
            <a:avLst/>
          </a:prstGeom>
          <a:solidFill>
            <a:srgbClr val="008AC9"/>
          </a:solidFill>
          <a:ln>
            <a:noFill/>
          </a:ln>
        </p:spPr>
        <p:txBody>
          <a:bodyPr spcFirstLastPara="1" wrap="square" lIns="91425" tIns="45700" rIns="91425" bIns="45700" anchor="t" anchorCtr="0">
            <a:noAutofit/>
          </a:bodyPr>
          <a:lstStyle>
            <a:lvl1pPr marL="457200" lvl="0" indent="-228600" algn="l">
              <a:spcBef>
                <a:spcPts val="360"/>
              </a:spcBef>
              <a:spcAft>
                <a:spcPts val="0"/>
              </a:spcAft>
              <a:buSzPts val="1400"/>
              <a:buNone/>
              <a:defRPr/>
            </a:lvl1pPr>
            <a:lvl2pPr marL="914400" lvl="1" indent="-228600" algn="l">
              <a:spcBef>
                <a:spcPts val="360"/>
              </a:spcBef>
              <a:spcAft>
                <a:spcPts val="0"/>
              </a:spcAft>
              <a:buSzPts val="1400"/>
              <a:buNone/>
              <a:defRPr/>
            </a:lvl2pPr>
            <a:lvl3pPr marL="1371600" lvl="2" indent="-228600" algn="l">
              <a:spcBef>
                <a:spcPts val="360"/>
              </a:spcBef>
              <a:spcAft>
                <a:spcPts val="0"/>
              </a:spcAft>
              <a:buSzPts val="1400"/>
              <a:buNone/>
              <a:defRPr/>
            </a:lvl3pPr>
            <a:lvl4pPr marL="1828800" lvl="3" indent="-228600" algn="l">
              <a:spcBef>
                <a:spcPts val="240"/>
              </a:spcBef>
              <a:spcAft>
                <a:spcPts val="0"/>
              </a:spcAft>
              <a:buSzPts val="1400"/>
              <a:buNone/>
              <a:defRPr>
                <a:solidFill>
                  <a:schemeClr val="accent1"/>
                </a:solidFill>
              </a:defRPr>
            </a:lvl4pPr>
            <a:lvl5pPr marL="2286000" lvl="4" indent="-228600" algn="l">
              <a:spcBef>
                <a:spcPts val="360"/>
              </a:spcBef>
              <a:spcAft>
                <a:spcPts val="0"/>
              </a:spcAft>
              <a:buSzPts val="1400"/>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9" name="Google Shape;49;p22"/>
          <p:cNvSpPr txBox="1">
            <a:spLocks noGrp="1"/>
          </p:cNvSpPr>
          <p:nvPr>
            <p:ph type="body" idx="3"/>
          </p:nvPr>
        </p:nvSpPr>
        <p:spPr>
          <a:xfrm>
            <a:off x="6247991" y="1769"/>
            <a:ext cx="4711557" cy="5154092"/>
          </a:xfrm>
          <a:prstGeom prst="rect">
            <a:avLst/>
          </a:prstGeom>
          <a:solidFill>
            <a:srgbClr val="8AC2D1">
              <a:alpha val="49803"/>
            </a:srgbClr>
          </a:solidFill>
          <a:ln>
            <a:noFill/>
          </a:ln>
        </p:spPr>
        <p:txBody>
          <a:bodyPr spcFirstLastPara="1" wrap="square" lIns="91425" tIns="45700" rIns="91425" bIns="45700" anchor="t" anchorCtr="0">
            <a:noAutofit/>
          </a:bodyPr>
          <a:lstStyle>
            <a:lvl1pPr marL="457200" lvl="0" indent="-228600" algn="l">
              <a:spcBef>
                <a:spcPts val="360"/>
              </a:spcBef>
              <a:spcAft>
                <a:spcPts val="0"/>
              </a:spcAft>
              <a:buSzPts val="1400"/>
              <a:buNone/>
              <a:defRPr/>
            </a:lvl1pPr>
            <a:lvl2pPr marL="914400" lvl="1" indent="-228600" algn="l">
              <a:spcBef>
                <a:spcPts val="360"/>
              </a:spcBef>
              <a:spcAft>
                <a:spcPts val="0"/>
              </a:spcAft>
              <a:buSzPts val="1400"/>
              <a:buNone/>
              <a:defRPr/>
            </a:lvl2pPr>
            <a:lvl3pPr marL="1371600" lvl="2" indent="-228600" algn="l">
              <a:spcBef>
                <a:spcPts val="360"/>
              </a:spcBef>
              <a:spcAft>
                <a:spcPts val="0"/>
              </a:spcAft>
              <a:buSzPts val="1400"/>
              <a:buNone/>
              <a:defRPr/>
            </a:lvl3pPr>
            <a:lvl4pPr marL="1828800" lvl="3" indent="-228600" algn="l">
              <a:spcBef>
                <a:spcPts val="240"/>
              </a:spcBef>
              <a:spcAft>
                <a:spcPts val="0"/>
              </a:spcAft>
              <a:buSzPts val="1400"/>
              <a:buNone/>
              <a:defRPr>
                <a:solidFill>
                  <a:srgbClr val="FF5451"/>
                </a:solidFill>
              </a:defRPr>
            </a:lvl4pPr>
            <a:lvl5pPr marL="2286000" lvl="4" indent="-228600" algn="l">
              <a:spcBef>
                <a:spcPts val="360"/>
              </a:spcBef>
              <a:spcAft>
                <a:spcPts val="0"/>
              </a:spcAft>
              <a:buSzPts val="1400"/>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el und Inhalt ohne Untertitel">
  <p:cSld name="Titel und Inhalt ohne Untertitel">
    <p:spTree>
      <p:nvGrpSpPr>
        <p:cNvPr id="1" name="Shape 56"/>
        <p:cNvGrpSpPr/>
        <p:nvPr/>
      </p:nvGrpSpPr>
      <p:grpSpPr>
        <a:xfrm>
          <a:off x="0" y="0"/>
          <a:ext cx="0" cy="0"/>
          <a:chOff x="0" y="0"/>
          <a:chExt cx="0" cy="0"/>
        </a:xfrm>
      </p:grpSpPr>
      <p:sp>
        <p:nvSpPr>
          <p:cNvPr id="57" name="Google Shape;57;p16"/>
          <p:cNvSpPr txBox="1">
            <a:spLocks noGrp="1"/>
          </p:cNvSpPr>
          <p:nvPr>
            <p:ph type="title"/>
          </p:nvPr>
        </p:nvSpPr>
        <p:spPr>
          <a:xfrm>
            <a:off x="457200" y="304799"/>
            <a:ext cx="8234363" cy="75882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000" b="1" i="0" u="none" strike="noStrike" cap="none">
                <a:solidFill>
                  <a:srgbClr val="262A31"/>
                </a:solidFill>
                <a:latin typeface="Arial"/>
                <a:ea typeface="Arial"/>
                <a:cs typeface="Arial"/>
                <a:sym typeface="Arial"/>
              </a:defRPr>
            </a:lvl2pPr>
            <a:lvl3pPr marR="0" lvl="2" algn="l" rtl="0">
              <a:spcBef>
                <a:spcPts val="0"/>
              </a:spcBef>
              <a:spcAft>
                <a:spcPts val="0"/>
              </a:spcAft>
              <a:buSzPts val="1400"/>
              <a:buNone/>
              <a:defRPr sz="2000" b="1" i="0" u="none" strike="noStrike" cap="none">
                <a:solidFill>
                  <a:srgbClr val="262A31"/>
                </a:solidFill>
                <a:latin typeface="Arial"/>
                <a:ea typeface="Arial"/>
                <a:cs typeface="Arial"/>
                <a:sym typeface="Arial"/>
              </a:defRPr>
            </a:lvl3pPr>
            <a:lvl4pPr marR="0" lvl="3" algn="l" rtl="0">
              <a:spcBef>
                <a:spcPts val="0"/>
              </a:spcBef>
              <a:spcAft>
                <a:spcPts val="0"/>
              </a:spcAft>
              <a:buSzPts val="1400"/>
              <a:buNone/>
              <a:defRPr sz="2000" b="1" i="0" u="none" strike="noStrike" cap="none">
                <a:solidFill>
                  <a:srgbClr val="262A31"/>
                </a:solidFill>
                <a:latin typeface="Arial"/>
                <a:ea typeface="Arial"/>
                <a:cs typeface="Arial"/>
                <a:sym typeface="Arial"/>
              </a:defRPr>
            </a:lvl4pPr>
            <a:lvl5pPr marR="0" lvl="4" algn="l" rtl="0">
              <a:spcBef>
                <a:spcPts val="0"/>
              </a:spcBef>
              <a:spcAft>
                <a:spcPts val="0"/>
              </a:spcAft>
              <a:buSzPts val="1400"/>
              <a:buNone/>
              <a:defRPr sz="2000" b="1" i="0" u="none" strike="noStrike" cap="none">
                <a:solidFill>
                  <a:srgbClr val="262A31"/>
                </a:solidFill>
                <a:latin typeface="Arial"/>
                <a:ea typeface="Arial"/>
                <a:cs typeface="Arial"/>
                <a:sym typeface="Arial"/>
              </a:defRPr>
            </a:lvl5pPr>
            <a:lvl6pPr marR="0" lvl="5"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6pPr>
            <a:lvl7pPr marR="0" lvl="6"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7pPr>
            <a:lvl8pPr marR="0" lvl="7"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8pPr>
            <a:lvl9pPr marR="0" lvl="8"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9pPr>
          </a:lstStyle>
          <a:p>
            <a:endParaRPr/>
          </a:p>
        </p:txBody>
      </p:sp>
      <p:sp>
        <p:nvSpPr>
          <p:cNvPr id="58" name="Google Shape;58;p16"/>
          <p:cNvSpPr txBox="1">
            <a:spLocks noGrp="1"/>
          </p:cNvSpPr>
          <p:nvPr>
            <p:ph type="body" idx="1"/>
          </p:nvPr>
        </p:nvSpPr>
        <p:spPr>
          <a:xfrm>
            <a:off x="457200" y="1223492"/>
            <a:ext cx="8234363" cy="3379199"/>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360"/>
              </a:spcBef>
              <a:spcAft>
                <a:spcPts val="0"/>
              </a:spcAft>
              <a:buClr>
                <a:srgbClr val="D8413E"/>
              </a:buClr>
              <a:buSzPts val="1800"/>
              <a:buFont typeface="Noto Sans Symbols"/>
              <a:buChar char="−"/>
              <a:defRPr sz="1800" b="0" i="0" u="none" strike="noStrike" cap="none">
                <a:solidFill>
                  <a:schemeClr val="dk1"/>
                </a:solidFill>
                <a:latin typeface="Arial"/>
                <a:ea typeface="Arial"/>
                <a:cs typeface="Arial"/>
                <a:sym typeface="Arial"/>
              </a:defRPr>
            </a:lvl1pPr>
            <a:lvl2pPr marL="914400" marR="0" lvl="1" indent="-330200" algn="l" rtl="0">
              <a:spcBef>
                <a:spcPts val="320"/>
              </a:spcBef>
              <a:spcAft>
                <a:spcPts val="0"/>
              </a:spcAft>
              <a:buClr>
                <a:srgbClr val="D8413E"/>
              </a:buClr>
              <a:buSzPts val="1600"/>
              <a:buFont typeface="Noto Sans Symbols"/>
              <a:buChar char="−"/>
              <a:defRPr sz="1600" b="0" i="0" u="none" strike="noStrike" cap="none">
                <a:solidFill>
                  <a:schemeClr val="dk1"/>
                </a:solidFill>
                <a:latin typeface="Arial"/>
                <a:ea typeface="Arial"/>
                <a:cs typeface="Arial"/>
                <a:sym typeface="Arial"/>
              </a:defRPr>
            </a:lvl2pPr>
            <a:lvl3pPr marL="1371600" marR="0" lvl="2" indent="-330200" algn="l" rtl="0">
              <a:spcBef>
                <a:spcPts val="320"/>
              </a:spcBef>
              <a:spcAft>
                <a:spcPts val="0"/>
              </a:spcAft>
              <a:buClr>
                <a:srgbClr val="D8413E"/>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rgbClr val="D8413E"/>
              </a:buClr>
              <a:buSzPts val="1600"/>
              <a:buFont typeface="Noto Sans Symbols"/>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rgbClr val="D8413E"/>
              </a:buClr>
              <a:buSzPts val="1600"/>
              <a:buFont typeface="Noto Sans Symbols"/>
              <a:buChar char="−"/>
              <a:defRPr sz="16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59" name="Google Shape;59;p16"/>
          <p:cNvSpPr txBox="1">
            <a:spLocks noGrp="1"/>
          </p:cNvSpPr>
          <p:nvPr>
            <p:ph type="sldNum" idx="12"/>
          </p:nvPr>
        </p:nvSpPr>
        <p:spPr>
          <a:xfrm>
            <a:off x="7948613" y="4879075"/>
            <a:ext cx="742950" cy="204716"/>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1pPr>
            <a:lvl2pPr marL="0" marR="0" lvl="1"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2pPr>
            <a:lvl3pPr marL="0" marR="0" lvl="2"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3pPr>
            <a:lvl4pPr marL="0" marR="0" lvl="3"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4pPr>
            <a:lvl5pPr marL="0" marR="0" lvl="4"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5pPr>
            <a:lvl6pPr marL="0" marR="0" lvl="5"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6pPr>
            <a:lvl7pPr marL="0" marR="0" lvl="6"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7pPr>
            <a:lvl8pPr marL="0" marR="0" lvl="7"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8pPr>
            <a:lvl9pPr marL="0" marR="0" lvl="8"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de-DE"/>
              <a:t>‹Nr.›</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el und Inhalt mit Untertitel">
  <p:cSld name="Titel und Inhalt mit Untertitel">
    <p:spTree>
      <p:nvGrpSpPr>
        <p:cNvPr id="1" name="Shape 60"/>
        <p:cNvGrpSpPr/>
        <p:nvPr/>
      </p:nvGrpSpPr>
      <p:grpSpPr>
        <a:xfrm>
          <a:off x="0" y="0"/>
          <a:ext cx="0" cy="0"/>
          <a:chOff x="0" y="0"/>
          <a:chExt cx="0" cy="0"/>
        </a:xfrm>
      </p:grpSpPr>
      <p:sp>
        <p:nvSpPr>
          <p:cNvPr id="61" name="Google Shape;61;p17"/>
          <p:cNvSpPr txBox="1">
            <a:spLocks noGrp="1"/>
          </p:cNvSpPr>
          <p:nvPr>
            <p:ph type="title"/>
          </p:nvPr>
        </p:nvSpPr>
        <p:spPr>
          <a:xfrm>
            <a:off x="457200" y="304799"/>
            <a:ext cx="8234363" cy="75882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000" b="1" i="0" u="none" strike="noStrike" cap="none">
                <a:solidFill>
                  <a:srgbClr val="262A31"/>
                </a:solidFill>
                <a:latin typeface="Arial"/>
                <a:ea typeface="Arial"/>
                <a:cs typeface="Arial"/>
                <a:sym typeface="Arial"/>
              </a:defRPr>
            </a:lvl2pPr>
            <a:lvl3pPr marR="0" lvl="2" algn="l" rtl="0">
              <a:spcBef>
                <a:spcPts val="0"/>
              </a:spcBef>
              <a:spcAft>
                <a:spcPts val="0"/>
              </a:spcAft>
              <a:buSzPts val="1400"/>
              <a:buNone/>
              <a:defRPr sz="2000" b="1" i="0" u="none" strike="noStrike" cap="none">
                <a:solidFill>
                  <a:srgbClr val="262A31"/>
                </a:solidFill>
                <a:latin typeface="Arial"/>
                <a:ea typeface="Arial"/>
                <a:cs typeface="Arial"/>
                <a:sym typeface="Arial"/>
              </a:defRPr>
            </a:lvl3pPr>
            <a:lvl4pPr marR="0" lvl="3" algn="l" rtl="0">
              <a:spcBef>
                <a:spcPts val="0"/>
              </a:spcBef>
              <a:spcAft>
                <a:spcPts val="0"/>
              </a:spcAft>
              <a:buSzPts val="1400"/>
              <a:buNone/>
              <a:defRPr sz="2000" b="1" i="0" u="none" strike="noStrike" cap="none">
                <a:solidFill>
                  <a:srgbClr val="262A31"/>
                </a:solidFill>
                <a:latin typeface="Arial"/>
                <a:ea typeface="Arial"/>
                <a:cs typeface="Arial"/>
                <a:sym typeface="Arial"/>
              </a:defRPr>
            </a:lvl4pPr>
            <a:lvl5pPr marR="0" lvl="4" algn="l" rtl="0">
              <a:spcBef>
                <a:spcPts val="0"/>
              </a:spcBef>
              <a:spcAft>
                <a:spcPts val="0"/>
              </a:spcAft>
              <a:buSzPts val="1400"/>
              <a:buNone/>
              <a:defRPr sz="2000" b="1" i="0" u="none" strike="noStrike" cap="none">
                <a:solidFill>
                  <a:srgbClr val="262A31"/>
                </a:solidFill>
                <a:latin typeface="Arial"/>
                <a:ea typeface="Arial"/>
                <a:cs typeface="Arial"/>
                <a:sym typeface="Arial"/>
              </a:defRPr>
            </a:lvl5pPr>
            <a:lvl6pPr marR="0" lvl="5"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6pPr>
            <a:lvl7pPr marR="0" lvl="6"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7pPr>
            <a:lvl8pPr marR="0" lvl="7"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8pPr>
            <a:lvl9pPr marR="0" lvl="8"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9pPr>
          </a:lstStyle>
          <a:p>
            <a:endParaRPr/>
          </a:p>
        </p:txBody>
      </p:sp>
      <p:sp>
        <p:nvSpPr>
          <p:cNvPr id="62" name="Google Shape;62;p17"/>
          <p:cNvSpPr txBox="1">
            <a:spLocks noGrp="1"/>
          </p:cNvSpPr>
          <p:nvPr>
            <p:ph type="body" idx="1"/>
          </p:nvPr>
        </p:nvSpPr>
        <p:spPr>
          <a:xfrm>
            <a:off x="457200" y="1617134"/>
            <a:ext cx="8234363" cy="2985558"/>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360"/>
              </a:spcBef>
              <a:spcAft>
                <a:spcPts val="0"/>
              </a:spcAft>
              <a:buClr>
                <a:srgbClr val="D8413E"/>
              </a:buClr>
              <a:buSzPts val="1800"/>
              <a:buFont typeface="Noto Sans Symbols"/>
              <a:buChar char="−"/>
              <a:defRPr sz="1800" b="0" i="0" u="none" strike="noStrike" cap="none">
                <a:solidFill>
                  <a:schemeClr val="dk1"/>
                </a:solidFill>
                <a:latin typeface="Arial"/>
                <a:ea typeface="Arial"/>
                <a:cs typeface="Arial"/>
                <a:sym typeface="Arial"/>
              </a:defRPr>
            </a:lvl1pPr>
            <a:lvl2pPr marL="914400" marR="0" lvl="1" indent="-330200" algn="l" rtl="0">
              <a:spcBef>
                <a:spcPts val="320"/>
              </a:spcBef>
              <a:spcAft>
                <a:spcPts val="0"/>
              </a:spcAft>
              <a:buClr>
                <a:srgbClr val="D8413E"/>
              </a:buClr>
              <a:buSzPts val="1600"/>
              <a:buFont typeface="Noto Sans Symbols"/>
              <a:buChar char="−"/>
              <a:defRPr sz="1600" b="0" i="0" u="none" strike="noStrike" cap="none">
                <a:solidFill>
                  <a:schemeClr val="dk1"/>
                </a:solidFill>
                <a:latin typeface="Arial"/>
                <a:ea typeface="Arial"/>
                <a:cs typeface="Arial"/>
                <a:sym typeface="Arial"/>
              </a:defRPr>
            </a:lvl2pPr>
            <a:lvl3pPr marL="1371600" marR="0" lvl="2" indent="-330200" algn="l" rtl="0">
              <a:spcBef>
                <a:spcPts val="320"/>
              </a:spcBef>
              <a:spcAft>
                <a:spcPts val="0"/>
              </a:spcAft>
              <a:buClr>
                <a:srgbClr val="D8413E"/>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rgbClr val="D8413E"/>
              </a:buClr>
              <a:buSzPts val="1600"/>
              <a:buFont typeface="Noto Sans Symbols"/>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rgbClr val="D8413E"/>
              </a:buClr>
              <a:buSzPts val="1600"/>
              <a:buFont typeface="Noto Sans Symbols"/>
              <a:buChar char="−"/>
              <a:defRPr sz="16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63" name="Google Shape;63;p17"/>
          <p:cNvSpPr txBox="1">
            <a:spLocks noGrp="1"/>
          </p:cNvSpPr>
          <p:nvPr>
            <p:ph type="body" idx="2"/>
          </p:nvPr>
        </p:nvSpPr>
        <p:spPr>
          <a:xfrm>
            <a:off x="457200" y="1125940"/>
            <a:ext cx="8234363" cy="377740"/>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280"/>
              </a:spcBef>
              <a:spcAft>
                <a:spcPts val="0"/>
              </a:spcAft>
              <a:buSzPts val="1400"/>
              <a:buNone/>
              <a:defRPr sz="14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800" b="0" i="0" u="none" strike="noStrike" cap="none">
                <a:solidFill>
                  <a:schemeClr val="dk1"/>
                </a:solidFill>
                <a:latin typeface="Arial"/>
                <a:ea typeface="Arial"/>
                <a:cs typeface="Arial"/>
                <a:sym typeface="Arial"/>
              </a:defRPr>
            </a:lvl2pPr>
            <a:lvl3pPr marL="1371600" marR="0" lvl="2" indent="-228600" algn="l" rtl="0">
              <a:spcBef>
                <a:spcPts val="24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24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24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64" name="Google Shape;64;p17"/>
          <p:cNvSpPr txBox="1">
            <a:spLocks noGrp="1"/>
          </p:cNvSpPr>
          <p:nvPr>
            <p:ph type="sldNum" idx="12"/>
          </p:nvPr>
        </p:nvSpPr>
        <p:spPr>
          <a:xfrm>
            <a:off x="7948613" y="4879075"/>
            <a:ext cx="742950" cy="204716"/>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1pPr>
            <a:lvl2pPr marL="0" marR="0" lvl="1"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2pPr>
            <a:lvl3pPr marL="0" marR="0" lvl="2"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3pPr>
            <a:lvl4pPr marL="0" marR="0" lvl="3"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4pPr>
            <a:lvl5pPr marL="0" marR="0" lvl="4"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5pPr>
            <a:lvl6pPr marL="0" marR="0" lvl="5"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6pPr>
            <a:lvl7pPr marL="0" marR="0" lvl="6"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7pPr>
            <a:lvl8pPr marL="0" marR="0" lvl="7"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8pPr>
            <a:lvl9pPr marL="0" marR="0" lvl="8"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de-DE"/>
              <a:t>‹Nr.›</a:t>
            </a:fld>
            <a:endParaRPr/>
          </a:p>
        </p:txBody>
      </p:sp>
    </p:spTree>
  </p:cSld>
  <p:clrMapOvr>
    <a:masterClrMapping/>
  </p:clrMapOvr>
  <p:extLst>
    <p:ext uri="{DCECCB84-F9BA-43D5-87BE-67443E8EF086}">
      <p15:sldGuideLst xmlns:p15="http://schemas.microsoft.com/office/powerpoint/2012/main">
        <p15:guide id="1" orient="horz" pos="316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el und Inhalt - 2 Blöcke">
  <p:cSld name="Titel und Inhalt - 2 Blöcke">
    <p:spTree>
      <p:nvGrpSpPr>
        <p:cNvPr id="1" name="Shape 65"/>
        <p:cNvGrpSpPr/>
        <p:nvPr/>
      </p:nvGrpSpPr>
      <p:grpSpPr>
        <a:xfrm>
          <a:off x="0" y="0"/>
          <a:ext cx="0" cy="0"/>
          <a:chOff x="0" y="0"/>
          <a:chExt cx="0" cy="0"/>
        </a:xfrm>
      </p:grpSpPr>
      <p:sp>
        <p:nvSpPr>
          <p:cNvPr id="66" name="Google Shape;66;p23"/>
          <p:cNvSpPr txBox="1">
            <a:spLocks noGrp="1"/>
          </p:cNvSpPr>
          <p:nvPr>
            <p:ph type="title"/>
          </p:nvPr>
        </p:nvSpPr>
        <p:spPr>
          <a:xfrm>
            <a:off x="457200" y="304797"/>
            <a:ext cx="8229600" cy="75882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000" b="1" i="0" u="none" strike="noStrike" cap="none">
                <a:solidFill>
                  <a:srgbClr val="262A31"/>
                </a:solidFill>
                <a:latin typeface="Arial"/>
                <a:ea typeface="Arial"/>
                <a:cs typeface="Arial"/>
                <a:sym typeface="Arial"/>
              </a:defRPr>
            </a:lvl2pPr>
            <a:lvl3pPr marR="0" lvl="2" algn="l" rtl="0">
              <a:spcBef>
                <a:spcPts val="0"/>
              </a:spcBef>
              <a:spcAft>
                <a:spcPts val="0"/>
              </a:spcAft>
              <a:buSzPts val="1400"/>
              <a:buNone/>
              <a:defRPr sz="2000" b="1" i="0" u="none" strike="noStrike" cap="none">
                <a:solidFill>
                  <a:srgbClr val="262A31"/>
                </a:solidFill>
                <a:latin typeface="Arial"/>
                <a:ea typeface="Arial"/>
                <a:cs typeface="Arial"/>
                <a:sym typeface="Arial"/>
              </a:defRPr>
            </a:lvl3pPr>
            <a:lvl4pPr marR="0" lvl="3" algn="l" rtl="0">
              <a:spcBef>
                <a:spcPts val="0"/>
              </a:spcBef>
              <a:spcAft>
                <a:spcPts val="0"/>
              </a:spcAft>
              <a:buSzPts val="1400"/>
              <a:buNone/>
              <a:defRPr sz="2000" b="1" i="0" u="none" strike="noStrike" cap="none">
                <a:solidFill>
                  <a:srgbClr val="262A31"/>
                </a:solidFill>
                <a:latin typeface="Arial"/>
                <a:ea typeface="Arial"/>
                <a:cs typeface="Arial"/>
                <a:sym typeface="Arial"/>
              </a:defRPr>
            </a:lvl4pPr>
            <a:lvl5pPr marR="0" lvl="4" algn="l" rtl="0">
              <a:spcBef>
                <a:spcPts val="0"/>
              </a:spcBef>
              <a:spcAft>
                <a:spcPts val="0"/>
              </a:spcAft>
              <a:buSzPts val="1400"/>
              <a:buNone/>
              <a:defRPr sz="2000" b="1" i="0" u="none" strike="noStrike" cap="none">
                <a:solidFill>
                  <a:srgbClr val="262A31"/>
                </a:solidFill>
                <a:latin typeface="Arial"/>
                <a:ea typeface="Arial"/>
                <a:cs typeface="Arial"/>
                <a:sym typeface="Arial"/>
              </a:defRPr>
            </a:lvl5pPr>
            <a:lvl6pPr marR="0" lvl="5"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6pPr>
            <a:lvl7pPr marR="0" lvl="6"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7pPr>
            <a:lvl8pPr marR="0" lvl="7"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8pPr>
            <a:lvl9pPr marR="0" lvl="8"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9pPr>
          </a:lstStyle>
          <a:p>
            <a:endParaRPr/>
          </a:p>
        </p:txBody>
      </p:sp>
      <p:sp>
        <p:nvSpPr>
          <p:cNvPr id="67" name="Google Shape;67;p23"/>
          <p:cNvSpPr txBox="1">
            <a:spLocks noGrp="1"/>
          </p:cNvSpPr>
          <p:nvPr>
            <p:ph type="body" idx="1"/>
          </p:nvPr>
        </p:nvSpPr>
        <p:spPr>
          <a:xfrm>
            <a:off x="457200" y="1617133"/>
            <a:ext cx="3952240" cy="2977092"/>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360"/>
              </a:spcBef>
              <a:spcAft>
                <a:spcPts val="0"/>
              </a:spcAft>
              <a:buClr>
                <a:srgbClr val="D8413E"/>
              </a:buClr>
              <a:buSzPts val="1800"/>
              <a:buFont typeface="Noto Sans Symbols"/>
              <a:buChar char="−"/>
              <a:defRPr sz="1800" b="0" i="0" u="none" strike="noStrike" cap="none">
                <a:solidFill>
                  <a:schemeClr val="dk1"/>
                </a:solidFill>
                <a:latin typeface="Arial"/>
                <a:ea typeface="Arial"/>
                <a:cs typeface="Arial"/>
                <a:sym typeface="Arial"/>
              </a:defRPr>
            </a:lvl1pPr>
            <a:lvl2pPr marL="914400" marR="0" lvl="1" indent="-330200" algn="l" rtl="0">
              <a:spcBef>
                <a:spcPts val="320"/>
              </a:spcBef>
              <a:spcAft>
                <a:spcPts val="0"/>
              </a:spcAft>
              <a:buClr>
                <a:srgbClr val="D8413E"/>
              </a:buClr>
              <a:buSzPts val="1600"/>
              <a:buFont typeface="Noto Sans Symbols"/>
              <a:buChar char="−"/>
              <a:defRPr sz="1600" b="0" i="0" u="none" strike="noStrike" cap="none">
                <a:solidFill>
                  <a:schemeClr val="dk1"/>
                </a:solidFill>
                <a:latin typeface="Arial"/>
                <a:ea typeface="Arial"/>
                <a:cs typeface="Arial"/>
                <a:sym typeface="Arial"/>
              </a:defRPr>
            </a:lvl2pPr>
            <a:lvl3pPr marL="1371600" marR="0" lvl="2" indent="-330200" algn="l" rtl="0">
              <a:spcBef>
                <a:spcPts val="320"/>
              </a:spcBef>
              <a:spcAft>
                <a:spcPts val="0"/>
              </a:spcAft>
              <a:buClr>
                <a:srgbClr val="D8413E"/>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rgbClr val="D8413E"/>
              </a:buClr>
              <a:buSzPts val="1600"/>
              <a:buFont typeface="Noto Sans Symbols"/>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rgbClr val="D8413E"/>
              </a:buClr>
              <a:buSzPts val="1600"/>
              <a:buFont typeface="Noto Sans Symbols"/>
              <a:buChar char="−"/>
              <a:defRPr sz="16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68" name="Google Shape;68;p23"/>
          <p:cNvSpPr txBox="1">
            <a:spLocks noGrp="1"/>
          </p:cNvSpPr>
          <p:nvPr>
            <p:ph type="body" idx="2"/>
          </p:nvPr>
        </p:nvSpPr>
        <p:spPr>
          <a:xfrm>
            <a:off x="457200" y="1139588"/>
            <a:ext cx="8229600" cy="36409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280"/>
              </a:spcBef>
              <a:spcAft>
                <a:spcPts val="0"/>
              </a:spcAft>
              <a:buSzPts val="1400"/>
              <a:buNone/>
              <a:defRPr sz="14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800" b="0" i="0" u="none" strike="noStrike" cap="none">
                <a:solidFill>
                  <a:schemeClr val="dk1"/>
                </a:solidFill>
                <a:latin typeface="Arial"/>
                <a:ea typeface="Arial"/>
                <a:cs typeface="Arial"/>
                <a:sym typeface="Arial"/>
              </a:defRPr>
            </a:lvl2pPr>
            <a:lvl3pPr marL="1371600" marR="0" lvl="2" indent="-228600" algn="l" rtl="0">
              <a:spcBef>
                <a:spcPts val="24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24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24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69" name="Google Shape;69;p23"/>
          <p:cNvSpPr txBox="1">
            <a:spLocks noGrp="1"/>
          </p:cNvSpPr>
          <p:nvPr>
            <p:ph type="body" idx="3"/>
          </p:nvPr>
        </p:nvSpPr>
        <p:spPr>
          <a:xfrm>
            <a:off x="4724400" y="1617133"/>
            <a:ext cx="3962400" cy="2977092"/>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360"/>
              </a:spcBef>
              <a:spcAft>
                <a:spcPts val="0"/>
              </a:spcAft>
              <a:buClr>
                <a:srgbClr val="D8413E"/>
              </a:buClr>
              <a:buSzPts val="1800"/>
              <a:buFont typeface="Noto Sans Symbols"/>
              <a:buChar char="−"/>
              <a:defRPr sz="1800" b="0" i="0" u="none" strike="noStrike" cap="none">
                <a:solidFill>
                  <a:schemeClr val="dk1"/>
                </a:solidFill>
                <a:latin typeface="Arial"/>
                <a:ea typeface="Arial"/>
                <a:cs typeface="Arial"/>
                <a:sym typeface="Arial"/>
              </a:defRPr>
            </a:lvl1pPr>
            <a:lvl2pPr marL="914400" marR="0" lvl="1" indent="-330200" algn="l" rtl="0">
              <a:spcBef>
                <a:spcPts val="320"/>
              </a:spcBef>
              <a:spcAft>
                <a:spcPts val="0"/>
              </a:spcAft>
              <a:buClr>
                <a:srgbClr val="D8413E"/>
              </a:buClr>
              <a:buSzPts val="1600"/>
              <a:buFont typeface="Noto Sans Symbols"/>
              <a:buChar char="−"/>
              <a:defRPr sz="1600" b="0" i="0" u="none" strike="noStrike" cap="none">
                <a:solidFill>
                  <a:schemeClr val="dk1"/>
                </a:solidFill>
                <a:latin typeface="Arial"/>
                <a:ea typeface="Arial"/>
                <a:cs typeface="Arial"/>
                <a:sym typeface="Arial"/>
              </a:defRPr>
            </a:lvl2pPr>
            <a:lvl3pPr marL="1371600" marR="0" lvl="2" indent="-330200" algn="l" rtl="0">
              <a:spcBef>
                <a:spcPts val="320"/>
              </a:spcBef>
              <a:spcAft>
                <a:spcPts val="0"/>
              </a:spcAft>
              <a:buClr>
                <a:srgbClr val="D8413E"/>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rgbClr val="D8413E"/>
              </a:buClr>
              <a:buSzPts val="1600"/>
              <a:buFont typeface="Noto Sans Symbols"/>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rgbClr val="D8413E"/>
              </a:buClr>
              <a:buSzPts val="1600"/>
              <a:buFont typeface="Noto Sans Symbols"/>
              <a:buChar char="−"/>
              <a:defRPr sz="16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70" name="Google Shape;70;p23"/>
          <p:cNvSpPr txBox="1">
            <a:spLocks noGrp="1"/>
          </p:cNvSpPr>
          <p:nvPr>
            <p:ph type="sldNum" idx="12"/>
          </p:nvPr>
        </p:nvSpPr>
        <p:spPr>
          <a:xfrm>
            <a:off x="7948613" y="4879075"/>
            <a:ext cx="742950" cy="204716"/>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1pPr>
            <a:lvl2pPr marL="0" marR="0" lvl="1"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2pPr>
            <a:lvl3pPr marL="0" marR="0" lvl="2"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3pPr>
            <a:lvl4pPr marL="0" marR="0" lvl="3"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4pPr>
            <a:lvl5pPr marL="0" marR="0" lvl="4"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5pPr>
            <a:lvl6pPr marL="0" marR="0" lvl="5"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6pPr>
            <a:lvl7pPr marL="0" marR="0" lvl="6"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7pPr>
            <a:lvl8pPr marL="0" marR="0" lvl="7"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8pPr>
            <a:lvl9pPr marL="0" marR="0" lvl="8"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de-DE"/>
              <a:t>‹Nr.›</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ld mit Bildunterschrift">
  <p:cSld name="Bild mit Bildunterschrift">
    <p:spTree>
      <p:nvGrpSpPr>
        <p:cNvPr id="1" name="Shape 71"/>
        <p:cNvGrpSpPr/>
        <p:nvPr/>
      </p:nvGrpSpPr>
      <p:grpSpPr>
        <a:xfrm>
          <a:off x="0" y="0"/>
          <a:ext cx="0" cy="0"/>
          <a:chOff x="0" y="0"/>
          <a:chExt cx="0" cy="0"/>
        </a:xfrm>
      </p:grpSpPr>
      <p:sp>
        <p:nvSpPr>
          <p:cNvPr id="72" name="Google Shape;72;p24"/>
          <p:cNvSpPr txBox="1">
            <a:spLocks noGrp="1"/>
          </p:cNvSpPr>
          <p:nvPr>
            <p:ph type="title"/>
          </p:nvPr>
        </p:nvSpPr>
        <p:spPr>
          <a:xfrm>
            <a:off x="457200" y="304797"/>
            <a:ext cx="8229600" cy="75882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000" b="1" i="0" u="none" strike="noStrike" cap="none">
                <a:solidFill>
                  <a:srgbClr val="262A31"/>
                </a:solidFill>
                <a:latin typeface="Arial"/>
                <a:ea typeface="Arial"/>
                <a:cs typeface="Arial"/>
                <a:sym typeface="Arial"/>
              </a:defRPr>
            </a:lvl2pPr>
            <a:lvl3pPr marR="0" lvl="2" algn="l" rtl="0">
              <a:spcBef>
                <a:spcPts val="0"/>
              </a:spcBef>
              <a:spcAft>
                <a:spcPts val="0"/>
              </a:spcAft>
              <a:buSzPts val="1400"/>
              <a:buNone/>
              <a:defRPr sz="2000" b="1" i="0" u="none" strike="noStrike" cap="none">
                <a:solidFill>
                  <a:srgbClr val="262A31"/>
                </a:solidFill>
                <a:latin typeface="Arial"/>
                <a:ea typeface="Arial"/>
                <a:cs typeface="Arial"/>
                <a:sym typeface="Arial"/>
              </a:defRPr>
            </a:lvl3pPr>
            <a:lvl4pPr marR="0" lvl="3" algn="l" rtl="0">
              <a:spcBef>
                <a:spcPts val="0"/>
              </a:spcBef>
              <a:spcAft>
                <a:spcPts val="0"/>
              </a:spcAft>
              <a:buSzPts val="1400"/>
              <a:buNone/>
              <a:defRPr sz="2000" b="1" i="0" u="none" strike="noStrike" cap="none">
                <a:solidFill>
                  <a:srgbClr val="262A31"/>
                </a:solidFill>
                <a:latin typeface="Arial"/>
                <a:ea typeface="Arial"/>
                <a:cs typeface="Arial"/>
                <a:sym typeface="Arial"/>
              </a:defRPr>
            </a:lvl4pPr>
            <a:lvl5pPr marR="0" lvl="4" algn="l" rtl="0">
              <a:spcBef>
                <a:spcPts val="0"/>
              </a:spcBef>
              <a:spcAft>
                <a:spcPts val="0"/>
              </a:spcAft>
              <a:buSzPts val="1400"/>
              <a:buNone/>
              <a:defRPr sz="2000" b="1" i="0" u="none" strike="noStrike" cap="none">
                <a:solidFill>
                  <a:srgbClr val="262A31"/>
                </a:solidFill>
                <a:latin typeface="Arial"/>
                <a:ea typeface="Arial"/>
                <a:cs typeface="Arial"/>
                <a:sym typeface="Arial"/>
              </a:defRPr>
            </a:lvl5pPr>
            <a:lvl6pPr marR="0" lvl="5"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6pPr>
            <a:lvl7pPr marR="0" lvl="6"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7pPr>
            <a:lvl8pPr marR="0" lvl="7"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8pPr>
            <a:lvl9pPr marR="0" lvl="8"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9pPr>
          </a:lstStyle>
          <a:p>
            <a:endParaRPr/>
          </a:p>
        </p:txBody>
      </p:sp>
      <p:sp>
        <p:nvSpPr>
          <p:cNvPr id="73" name="Google Shape;73;p24"/>
          <p:cNvSpPr>
            <a:spLocks noGrp="1"/>
          </p:cNvSpPr>
          <p:nvPr>
            <p:ph type="pic" idx="2"/>
          </p:nvPr>
        </p:nvSpPr>
        <p:spPr>
          <a:xfrm>
            <a:off x="457200" y="1243691"/>
            <a:ext cx="8229600" cy="3057375"/>
          </a:xfrm>
          <a:prstGeom prst="rect">
            <a:avLst/>
          </a:prstGeom>
          <a:noFill/>
          <a:ln>
            <a:noFill/>
          </a:ln>
        </p:spPr>
      </p:sp>
      <p:sp>
        <p:nvSpPr>
          <p:cNvPr id="74" name="Google Shape;74;p24"/>
          <p:cNvSpPr txBox="1">
            <a:spLocks noGrp="1"/>
          </p:cNvSpPr>
          <p:nvPr>
            <p:ph type="body" idx="1"/>
          </p:nvPr>
        </p:nvSpPr>
        <p:spPr>
          <a:xfrm>
            <a:off x="457200" y="4368811"/>
            <a:ext cx="8229600" cy="330196"/>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200"/>
              </a:spcBef>
              <a:spcAft>
                <a:spcPts val="0"/>
              </a:spcAft>
              <a:buClr>
                <a:srgbClr val="D8413E"/>
              </a:buClr>
              <a:buSzPts val="1000"/>
              <a:buFont typeface="Noto Sans Symbols"/>
              <a:buNone/>
              <a:defRPr sz="1000" b="0" i="0" u="none" strike="noStrike" cap="none">
                <a:solidFill>
                  <a:srgbClr val="7F7F7F"/>
                </a:solidFill>
                <a:latin typeface="Arial"/>
                <a:ea typeface="Arial"/>
                <a:cs typeface="Arial"/>
                <a:sym typeface="Arial"/>
              </a:defRPr>
            </a:lvl1pPr>
            <a:lvl2pPr marL="914400" marR="0" lvl="1" indent="-304800" algn="l" rtl="0">
              <a:spcBef>
                <a:spcPts val="240"/>
              </a:spcBef>
              <a:spcAft>
                <a:spcPts val="0"/>
              </a:spcAft>
              <a:buClr>
                <a:srgbClr val="D8413E"/>
              </a:buClr>
              <a:buSzPts val="1200"/>
              <a:buFont typeface="Noto Sans Symbols"/>
              <a:buChar char="−"/>
              <a:defRPr sz="1200" b="0" i="0" u="none" strike="noStrike" cap="none">
                <a:solidFill>
                  <a:schemeClr val="dk1"/>
                </a:solidFill>
                <a:latin typeface="Arial"/>
                <a:ea typeface="Arial"/>
                <a:cs typeface="Arial"/>
                <a:sym typeface="Arial"/>
              </a:defRPr>
            </a:lvl2pPr>
            <a:lvl3pPr marL="1371600" marR="0" lvl="2" indent="-304800" algn="l" rtl="0">
              <a:spcBef>
                <a:spcPts val="240"/>
              </a:spcBef>
              <a:spcAft>
                <a:spcPts val="0"/>
              </a:spcAft>
              <a:buClr>
                <a:srgbClr val="D8413E"/>
              </a:buClr>
              <a:buSzPts val="1200"/>
              <a:buFont typeface="Noto Sans Symbols"/>
              <a:buChar char="−"/>
              <a:defRPr sz="1200" b="0" i="0" u="none" strike="noStrike" cap="none">
                <a:solidFill>
                  <a:schemeClr val="dk1"/>
                </a:solidFill>
                <a:latin typeface="Arial"/>
                <a:ea typeface="Arial"/>
                <a:cs typeface="Arial"/>
                <a:sym typeface="Arial"/>
              </a:defRPr>
            </a:lvl3pPr>
            <a:lvl4pPr marL="1828800" marR="0" lvl="3" indent="-304800" algn="l" rtl="0">
              <a:spcBef>
                <a:spcPts val="240"/>
              </a:spcBef>
              <a:spcAft>
                <a:spcPts val="0"/>
              </a:spcAft>
              <a:buClr>
                <a:srgbClr val="D8413E"/>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rgbClr val="D8413E"/>
              </a:buClr>
              <a:buSzPts val="1200"/>
              <a:buFont typeface="Noto Sans Symbols"/>
              <a:buChar char="−"/>
              <a:defRPr sz="12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75" name="Google Shape;75;p24"/>
          <p:cNvSpPr txBox="1">
            <a:spLocks noGrp="1"/>
          </p:cNvSpPr>
          <p:nvPr>
            <p:ph type="sldNum" idx="12"/>
          </p:nvPr>
        </p:nvSpPr>
        <p:spPr>
          <a:xfrm>
            <a:off x="7948613" y="4879075"/>
            <a:ext cx="742950" cy="204716"/>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1pPr>
            <a:lvl2pPr marL="0" marR="0" lvl="1"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2pPr>
            <a:lvl3pPr marL="0" marR="0" lvl="2"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3pPr>
            <a:lvl4pPr marL="0" marR="0" lvl="3"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4pPr>
            <a:lvl5pPr marL="0" marR="0" lvl="4"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5pPr>
            <a:lvl6pPr marL="0" marR="0" lvl="5"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6pPr>
            <a:lvl7pPr marL="0" marR="0" lvl="6"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7pPr>
            <a:lvl8pPr marL="0" marR="0" lvl="7"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8pPr>
            <a:lvl9pPr marL="0" marR="0" lvl="8"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de-DE"/>
              <a:t>‹Nr.›</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elle">
  <p:cSld name="Tabelle">
    <p:spTree>
      <p:nvGrpSpPr>
        <p:cNvPr id="1" name="Shape 76"/>
        <p:cNvGrpSpPr/>
        <p:nvPr/>
      </p:nvGrpSpPr>
      <p:grpSpPr>
        <a:xfrm>
          <a:off x="0" y="0"/>
          <a:ext cx="0" cy="0"/>
          <a:chOff x="0" y="0"/>
          <a:chExt cx="0" cy="0"/>
        </a:xfrm>
      </p:grpSpPr>
      <p:sp>
        <p:nvSpPr>
          <p:cNvPr id="77" name="Google Shape;77;p25"/>
          <p:cNvSpPr txBox="1">
            <a:spLocks noGrp="1"/>
          </p:cNvSpPr>
          <p:nvPr>
            <p:ph type="title"/>
          </p:nvPr>
        </p:nvSpPr>
        <p:spPr>
          <a:xfrm>
            <a:off x="457200" y="304797"/>
            <a:ext cx="8229600" cy="75882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000" b="1" i="0" u="none" strike="noStrike" cap="none">
                <a:solidFill>
                  <a:srgbClr val="262A31"/>
                </a:solidFill>
                <a:latin typeface="Arial"/>
                <a:ea typeface="Arial"/>
                <a:cs typeface="Arial"/>
                <a:sym typeface="Arial"/>
              </a:defRPr>
            </a:lvl2pPr>
            <a:lvl3pPr marR="0" lvl="2" algn="l" rtl="0">
              <a:spcBef>
                <a:spcPts val="0"/>
              </a:spcBef>
              <a:spcAft>
                <a:spcPts val="0"/>
              </a:spcAft>
              <a:buSzPts val="1400"/>
              <a:buNone/>
              <a:defRPr sz="2000" b="1" i="0" u="none" strike="noStrike" cap="none">
                <a:solidFill>
                  <a:srgbClr val="262A31"/>
                </a:solidFill>
                <a:latin typeface="Arial"/>
                <a:ea typeface="Arial"/>
                <a:cs typeface="Arial"/>
                <a:sym typeface="Arial"/>
              </a:defRPr>
            </a:lvl3pPr>
            <a:lvl4pPr marR="0" lvl="3" algn="l" rtl="0">
              <a:spcBef>
                <a:spcPts val="0"/>
              </a:spcBef>
              <a:spcAft>
                <a:spcPts val="0"/>
              </a:spcAft>
              <a:buSzPts val="1400"/>
              <a:buNone/>
              <a:defRPr sz="2000" b="1" i="0" u="none" strike="noStrike" cap="none">
                <a:solidFill>
                  <a:srgbClr val="262A31"/>
                </a:solidFill>
                <a:latin typeface="Arial"/>
                <a:ea typeface="Arial"/>
                <a:cs typeface="Arial"/>
                <a:sym typeface="Arial"/>
              </a:defRPr>
            </a:lvl4pPr>
            <a:lvl5pPr marR="0" lvl="4" algn="l" rtl="0">
              <a:spcBef>
                <a:spcPts val="0"/>
              </a:spcBef>
              <a:spcAft>
                <a:spcPts val="0"/>
              </a:spcAft>
              <a:buSzPts val="1400"/>
              <a:buNone/>
              <a:defRPr sz="2000" b="1" i="0" u="none" strike="noStrike" cap="none">
                <a:solidFill>
                  <a:srgbClr val="262A31"/>
                </a:solidFill>
                <a:latin typeface="Arial"/>
                <a:ea typeface="Arial"/>
                <a:cs typeface="Arial"/>
                <a:sym typeface="Arial"/>
              </a:defRPr>
            </a:lvl5pPr>
            <a:lvl6pPr marR="0" lvl="5"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6pPr>
            <a:lvl7pPr marR="0" lvl="6"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7pPr>
            <a:lvl8pPr marR="0" lvl="7"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8pPr>
            <a:lvl9pPr marR="0" lvl="8"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9pPr>
          </a:lstStyle>
          <a:p>
            <a:endParaRPr/>
          </a:p>
        </p:txBody>
      </p:sp>
      <p:sp>
        <p:nvSpPr>
          <p:cNvPr id="78" name="Google Shape;78;p25"/>
          <p:cNvSpPr txBox="1">
            <a:spLocks noGrp="1"/>
          </p:cNvSpPr>
          <p:nvPr>
            <p:ph type="body" idx="1"/>
          </p:nvPr>
        </p:nvSpPr>
        <p:spPr>
          <a:xfrm>
            <a:off x="457200" y="4368811"/>
            <a:ext cx="8229600" cy="330196"/>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00"/>
              </a:spcBef>
              <a:spcAft>
                <a:spcPts val="0"/>
              </a:spcAft>
              <a:buClr>
                <a:srgbClr val="D8413E"/>
              </a:buClr>
              <a:buSzPts val="1000"/>
              <a:buFont typeface="Noto Sans Symbols"/>
              <a:buNone/>
              <a:defRPr sz="1000" b="0" i="0" u="none" strike="noStrike" cap="none">
                <a:solidFill>
                  <a:srgbClr val="7F7F7F"/>
                </a:solidFill>
                <a:latin typeface="Arial"/>
                <a:ea typeface="Arial"/>
                <a:cs typeface="Arial"/>
                <a:sym typeface="Arial"/>
              </a:defRPr>
            </a:lvl1pPr>
            <a:lvl2pPr marL="914400" marR="0" lvl="1" indent="-304800" algn="l" rtl="0">
              <a:spcBef>
                <a:spcPts val="240"/>
              </a:spcBef>
              <a:spcAft>
                <a:spcPts val="0"/>
              </a:spcAft>
              <a:buClr>
                <a:srgbClr val="D8413E"/>
              </a:buClr>
              <a:buSzPts val="1200"/>
              <a:buFont typeface="Noto Sans Symbols"/>
              <a:buChar char="−"/>
              <a:defRPr sz="1200" b="0" i="0" u="none" strike="noStrike" cap="none">
                <a:solidFill>
                  <a:schemeClr val="dk1"/>
                </a:solidFill>
                <a:latin typeface="Arial"/>
                <a:ea typeface="Arial"/>
                <a:cs typeface="Arial"/>
                <a:sym typeface="Arial"/>
              </a:defRPr>
            </a:lvl2pPr>
            <a:lvl3pPr marL="1371600" marR="0" lvl="2" indent="-304800" algn="l" rtl="0">
              <a:spcBef>
                <a:spcPts val="240"/>
              </a:spcBef>
              <a:spcAft>
                <a:spcPts val="0"/>
              </a:spcAft>
              <a:buClr>
                <a:srgbClr val="D8413E"/>
              </a:buClr>
              <a:buSzPts val="1200"/>
              <a:buFont typeface="Noto Sans Symbols"/>
              <a:buChar char="−"/>
              <a:defRPr sz="1200" b="0" i="0" u="none" strike="noStrike" cap="none">
                <a:solidFill>
                  <a:schemeClr val="dk1"/>
                </a:solidFill>
                <a:latin typeface="Arial"/>
                <a:ea typeface="Arial"/>
                <a:cs typeface="Arial"/>
                <a:sym typeface="Arial"/>
              </a:defRPr>
            </a:lvl3pPr>
            <a:lvl4pPr marL="1828800" marR="0" lvl="3" indent="-304800" algn="l" rtl="0">
              <a:spcBef>
                <a:spcPts val="240"/>
              </a:spcBef>
              <a:spcAft>
                <a:spcPts val="0"/>
              </a:spcAft>
              <a:buClr>
                <a:srgbClr val="D8413E"/>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rgbClr val="D8413E"/>
              </a:buClr>
              <a:buSzPts val="1200"/>
              <a:buFont typeface="Noto Sans Symbols"/>
              <a:buChar char="−"/>
              <a:defRPr sz="12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79" name="Google Shape;79;p25"/>
          <p:cNvSpPr>
            <a:spLocks noGrp="1"/>
          </p:cNvSpPr>
          <p:nvPr>
            <p:ph type="tbl" idx="2"/>
          </p:nvPr>
        </p:nvSpPr>
        <p:spPr>
          <a:xfrm>
            <a:off x="457200" y="1597677"/>
            <a:ext cx="8234363" cy="269293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0" name="Google Shape;80;p25"/>
          <p:cNvSpPr txBox="1">
            <a:spLocks noGrp="1"/>
          </p:cNvSpPr>
          <p:nvPr>
            <p:ph type="body" idx="3"/>
          </p:nvPr>
        </p:nvSpPr>
        <p:spPr>
          <a:xfrm>
            <a:off x="457200" y="1141828"/>
            <a:ext cx="8229600" cy="36185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280"/>
              </a:spcBef>
              <a:spcAft>
                <a:spcPts val="0"/>
              </a:spcAft>
              <a:buSzPts val="1400"/>
              <a:buNone/>
              <a:defRPr sz="14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800" b="0" i="0" u="none" strike="noStrike" cap="none">
                <a:solidFill>
                  <a:schemeClr val="dk1"/>
                </a:solidFill>
                <a:latin typeface="Arial"/>
                <a:ea typeface="Arial"/>
                <a:cs typeface="Arial"/>
                <a:sym typeface="Arial"/>
              </a:defRPr>
            </a:lvl2pPr>
            <a:lvl3pPr marL="1371600" marR="0" lvl="2" indent="-228600" algn="l" rtl="0">
              <a:spcBef>
                <a:spcPts val="24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24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24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81" name="Google Shape;81;p25"/>
          <p:cNvSpPr txBox="1">
            <a:spLocks noGrp="1"/>
          </p:cNvSpPr>
          <p:nvPr>
            <p:ph type="sldNum" idx="12"/>
          </p:nvPr>
        </p:nvSpPr>
        <p:spPr>
          <a:xfrm>
            <a:off x="7948613" y="4879075"/>
            <a:ext cx="742950" cy="204716"/>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1pPr>
            <a:lvl2pPr marL="0" marR="0" lvl="1"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2pPr>
            <a:lvl3pPr marL="0" marR="0" lvl="2"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3pPr>
            <a:lvl4pPr marL="0" marR="0" lvl="3"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4pPr>
            <a:lvl5pPr marL="0" marR="0" lvl="4"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5pPr>
            <a:lvl6pPr marL="0" marR="0" lvl="5"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6pPr>
            <a:lvl7pPr marL="0" marR="0" lvl="6"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7pPr>
            <a:lvl8pPr marL="0" marR="0" lvl="7"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8pPr>
            <a:lvl9pPr marL="0" marR="0" lvl="8"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de-DE"/>
              <a:t>‹Nr.›</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 Diagramm">
  <p:cSld name="1 Diagramm">
    <p:spTree>
      <p:nvGrpSpPr>
        <p:cNvPr id="1" name="Shape 82"/>
        <p:cNvGrpSpPr/>
        <p:nvPr/>
      </p:nvGrpSpPr>
      <p:grpSpPr>
        <a:xfrm>
          <a:off x="0" y="0"/>
          <a:ext cx="0" cy="0"/>
          <a:chOff x="0" y="0"/>
          <a:chExt cx="0" cy="0"/>
        </a:xfrm>
      </p:grpSpPr>
      <p:sp>
        <p:nvSpPr>
          <p:cNvPr id="83" name="Google Shape;83;p26"/>
          <p:cNvSpPr txBox="1">
            <a:spLocks noGrp="1"/>
          </p:cNvSpPr>
          <p:nvPr>
            <p:ph type="title"/>
          </p:nvPr>
        </p:nvSpPr>
        <p:spPr>
          <a:xfrm>
            <a:off x="457200" y="304797"/>
            <a:ext cx="8229600" cy="75882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000" b="1" i="0" u="none" strike="noStrike" cap="none">
                <a:solidFill>
                  <a:srgbClr val="262A31"/>
                </a:solidFill>
                <a:latin typeface="Arial"/>
                <a:ea typeface="Arial"/>
                <a:cs typeface="Arial"/>
                <a:sym typeface="Arial"/>
              </a:defRPr>
            </a:lvl2pPr>
            <a:lvl3pPr marR="0" lvl="2" algn="l" rtl="0">
              <a:spcBef>
                <a:spcPts val="0"/>
              </a:spcBef>
              <a:spcAft>
                <a:spcPts val="0"/>
              </a:spcAft>
              <a:buSzPts val="1400"/>
              <a:buNone/>
              <a:defRPr sz="2000" b="1" i="0" u="none" strike="noStrike" cap="none">
                <a:solidFill>
                  <a:srgbClr val="262A31"/>
                </a:solidFill>
                <a:latin typeface="Arial"/>
                <a:ea typeface="Arial"/>
                <a:cs typeface="Arial"/>
                <a:sym typeface="Arial"/>
              </a:defRPr>
            </a:lvl3pPr>
            <a:lvl4pPr marR="0" lvl="3" algn="l" rtl="0">
              <a:spcBef>
                <a:spcPts val="0"/>
              </a:spcBef>
              <a:spcAft>
                <a:spcPts val="0"/>
              </a:spcAft>
              <a:buSzPts val="1400"/>
              <a:buNone/>
              <a:defRPr sz="2000" b="1" i="0" u="none" strike="noStrike" cap="none">
                <a:solidFill>
                  <a:srgbClr val="262A31"/>
                </a:solidFill>
                <a:latin typeface="Arial"/>
                <a:ea typeface="Arial"/>
                <a:cs typeface="Arial"/>
                <a:sym typeface="Arial"/>
              </a:defRPr>
            </a:lvl4pPr>
            <a:lvl5pPr marR="0" lvl="4" algn="l" rtl="0">
              <a:spcBef>
                <a:spcPts val="0"/>
              </a:spcBef>
              <a:spcAft>
                <a:spcPts val="0"/>
              </a:spcAft>
              <a:buSzPts val="1400"/>
              <a:buNone/>
              <a:defRPr sz="2000" b="1" i="0" u="none" strike="noStrike" cap="none">
                <a:solidFill>
                  <a:srgbClr val="262A31"/>
                </a:solidFill>
                <a:latin typeface="Arial"/>
                <a:ea typeface="Arial"/>
                <a:cs typeface="Arial"/>
                <a:sym typeface="Arial"/>
              </a:defRPr>
            </a:lvl5pPr>
            <a:lvl6pPr marR="0" lvl="5"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6pPr>
            <a:lvl7pPr marR="0" lvl="6"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7pPr>
            <a:lvl8pPr marR="0" lvl="7"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8pPr>
            <a:lvl9pPr marR="0" lvl="8"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9pPr>
          </a:lstStyle>
          <a:p>
            <a:endParaRPr/>
          </a:p>
        </p:txBody>
      </p:sp>
      <p:sp>
        <p:nvSpPr>
          <p:cNvPr id="84" name="Google Shape;84;p26"/>
          <p:cNvSpPr txBox="1">
            <a:spLocks noGrp="1"/>
          </p:cNvSpPr>
          <p:nvPr>
            <p:ph type="body" idx="1"/>
          </p:nvPr>
        </p:nvSpPr>
        <p:spPr>
          <a:xfrm>
            <a:off x="457200" y="4368811"/>
            <a:ext cx="8229600" cy="330196"/>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00"/>
              </a:spcBef>
              <a:spcAft>
                <a:spcPts val="0"/>
              </a:spcAft>
              <a:buClr>
                <a:srgbClr val="D8413E"/>
              </a:buClr>
              <a:buSzPts val="1000"/>
              <a:buFont typeface="Noto Sans Symbols"/>
              <a:buNone/>
              <a:defRPr sz="1000" b="0" i="0" u="none" strike="noStrike" cap="none">
                <a:solidFill>
                  <a:srgbClr val="7F7F7F"/>
                </a:solidFill>
                <a:latin typeface="Arial"/>
                <a:ea typeface="Arial"/>
                <a:cs typeface="Arial"/>
                <a:sym typeface="Arial"/>
              </a:defRPr>
            </a:lvl1pPr>
            <a:lvl2pPr marL="914400" marR="0" lvl="1" indent="-304800" algn="l" rtl="0">
              <a:spcBef>
                <a:spcPts val="240"/>
              </a:spcBef>
              <a:spcAft>
                <a:spcPts val="0"/>
              </a:spcAft>
              <a:buClr>
                <a:srgbClr val="D8413E"/>
              </a:buClr>
              <a:buSzPts val="1200"/>
              <a:buFont typeface="Noto Sans Symbols"/>
              <a:buChar char="−"/>
              <a:defRPr sz="1200" b="0" i="0" u="none" strike="noStrike" cap="none">
                <a:solidFill>
                  <a:schemeClr val="dk1"/>
                </a:solidFill>
                <a:latin typeface="Arial"/>
                <a:ea typeface="Arial"/>
                <a:cs typeface="Arial"/>
                <a:sym typeface="Arial"/>
              </a:defRPr>
            </a:lvl2pPr>
            <a:lvl3pPr marL="1371600" marR="0" lvl="2" indent="-304800" algn="l" rtl="0">
              <a:spcBef>
                <a:spcPts val="240"/>
              </a:spcBef>
              <a:spcAft>
                <a:spcPts val="0"/>
              </a:spcAft>
              <a:buClr>
                <a:srgbClr val="D8413E"/>
              </a:buClr>
              <a:buSzPts val="1200"/>
              <a:buFont typeface="Noto Sans Symbols"/>
              <a:buChar char="−"/>
              <a:defRPr sz="1200" b="0" i="0" u="none" strike="noStrike" cap="none">
                <a:solidFill>
                  <a:schemeClr val="dk1"/>
                </a:solidFill>
                <a:latin typeface="Arial"/>
                <a:ea typeface="Arial"/>
                <a:cs typeface="Arial"/>
                <a:sym typeface="Arial"/>
              </a:defRPr>
            </a:lvl3pPr>
            <a:lvl4pPr marL="1828800" marR="0" lvl="3" indent="-304800" algn="l" rtl="0">
              <a:spcBef>
                <a:spcPts val="240"/>
              </a:spcBef>
              <a:spcAft>
                <a:spcPts val="0"/>
              </a:spcAft>
              <a:buClr>
                <a:srgbClr val="D8413E"/>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rgbClr val="D8413E"/>
              </a:buClr>
              <a:buSzPts val="1200"/>
              <a:buFont typeface="Noto Sans Symbols"/>
              <a:buChar char="−"/>
              <a:defRPr sz="12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85" name="Google Shape;85;p26"/>
          <p:cNvSpPr>
            <a:spLocks noGrp="1"/>
          </p:cNvSpPr>
          <p:nvPr>
            <p:ph type="chart" idx="2"/>
          </p:nvPr>
        </p:nvSpPr>
        <p:spPr>
          <a:xfrm>
            <a:off x="457200" y="1229028"/>
            <a:ext cx="8229600" cy="3061228"/>
          </a:xfrm>
          <a:prstGeom prst="rect">
            <a:avLst/>
          </a:prstGeom>
          <a:noFill/>
          <a:ln>
            <a:noFill/>
          </a:ln>
        </p:spPr>
        <p:txBody>
          <a:bodyPr spcFirstLastPara="1" wrap="square" lIns="91425" tIns="45700" rIns="91425" bIns="45700" anchor="t" anchorCtr="0">
            <a:normAutofit/>
          </a:bodyPr>
          <a:lstStyle>
            <a:lvl1pPr marR="0" lvl="0" algn="l" rtl="0">
              <a:spcBef>
                <a:spcPts val="240"/>
              </a:spcBef>
              <a:spcAft>
                <a:spcPts val="0"/>
              </a:spcAft>
              <a:buSzPts val="1400"/>
              <a:buNone/>
              <a:defRPr sz="1200" b="0" i="0" u="none" strike="noStrike" cap="none">
                <a:solidFill>
                  <a:srgbClr val="262A31"/>
                </a:solidFill>
                <a:latin typeface="Arial"/>
                <a:ea typeface="Arial"/>
                <a:cs typeface="Arial"/>
                <a:sym typeface="Arial"/>
              </a:defRPr>
            </a:lvl1pPr>
            <a:lvl2pPr marR="0" lvl="1" algn="l" rtl="0">
              <a:spcBef>
                <a:spcPts val="36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240"/>
              </a:spcBef>
              <a:spcAft>
                <a:spcPts val="0"/>
              </a:spcAft>
              <a:buSzPts val="1400"/>
              <a:buNone/>
              <a:defRPr sz="1200" b="0" i="0" u="none" strike="noStrike" cap="none">
                <a:solidFill>
                  <a:schemeClr val="dk1"/>
                </a:solidFill>
                <a:latin typeface="Arial"/>
                <a:ea typeface="Arial"/>
                <a:cs typeface="Arial"/>
                <a:sym typeface="Arial"/>
              </a:defRPr>
            </a:lvl3pPr>
            <a:lvl4pPr marR="0" lvl="3" algn="l" rtl="0">
              <a:spcBef>
                <a:spcPts val="240"/>
              </a:spcBef>
              <a:spcAft>
                <a:spcPts val="0"/>
              </a:spcAft>
              <a:buSzPts val="1400"/>
              <a:buNone/>
              <a:defRPr sz="1200" b="0" i="0" u="none" strike="noStrike" cap="none">
                <a:solidFill>
                  <a:schemeClr val="dk1"/>
                </a:solidFill>
                <a:latin typeface="Arial"/>
                <a:ea typeface="Arial"/>
                <a:cs typeface="Arial"/>
                <a:sym typeface="Arial"/>
              </a:defRPr>
            </a:lvl4pPr>
            <a:lvl5pPr marR="0" lvl="4" algn="l" rtl="0">
              <a:spcBef>
                <a:spcPts val="240"/>
              </a:spcBef>
              <a:spcAft>
                <a:spcPts val="0"/>
              </a:spcAft>
              <a:buSzPts val="1400"/>
              <a:buNone/>
              <a:defRPr sz="12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86" name="Google Shape;86;p26"/>
          <p:cNvCxnSpPr/>
          <p:nvPr/>
        </p:nvCxnSpPr>
        <p:spPr>
          <a:xfrm>
            <a:off x="457200" y="4713670"/>
            <a:ext cx="8229600" cy="0"/>
          </a:xfrm>
          <a:prstGeom prst="straightConnector1">
            <a:avLst/>
          </a:prstGeom>
          <a:noFill/>
          <a:ln w="9525" cap="flat" cmpd="sng">
            <a:solidFill>
              <a:srgbClr val="79B2D4"/>
            </a:solidFill>
            <a:prstDash val="solid"/>
            <a:round/>
            <a:headEnd type="none" w="sm" len="sm"/>
            <a:tailEnd type="none" w="sm" len="sm"/>
          </a:ln>
        </p:spPr>
      </p:cxnSp>
      <p:sp>
        <p:nvSpPr>
          <p:cNvPr id="87" name="Google Shape;87;p26"/>
          <p:cNvSpPr txBox="1">
            <a:spLocks noGrp="1"/>
          </p:cNvSpPr>
          <p:nvPr>
            <p:ph type="sldNum" idx="12"/>
          </p:nvPr>
        </p:nvSpPr>
        <p:spPr>
          <a:xfrm>
            <a:off x="7948613" y="4879075"/>
            <a:ext cx="742950" cy="204716"/>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1pPr>
            <a:lvl2pPr marL="0" marR="0" lvl="1"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2pPr>
            <a:lvl3pPr marL="0" marR="0" lvl="2"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3pPr>
            <a:lvl4pPr marL="0" marR="0" lvl="3"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4pPr>
            <a:lvl5pPr marL="0" marR="0" lvl="4"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5pPr>
            <a:lvl6pPr marL="0" marR="0" lvl="5"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6pPr>
            <a:lvl7pPr marL="0" marR="0" lvl="6"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7pPr>
            <a:lvl8pPr marL="0" marR="0" lvl="7"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8pPr>
            <a:lvl9pPr marL="0" marR="0" lvl="8"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de-DE"/>
              <a:t>‹Nr.›</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2 Diagramme">
  <p:cSld name="2 Diagramme">
    <p:spTree>
      <p:nvGrpSpPr>
        <p:cNvPr id="1" name="Shape 88"/>
        <p:cNvGrpSpPr/>
        <p:nvPr/>
      </p:nvGrpSpPr>
      <p:grpSpPr>
        <a:xfrm>
          <a:off x="0" y="0"/>
          <a:ext cx="0" cy="0"/>
          <a:chOff x="0" y="0"/>
          <a:chExt cx="0" cy="0"/>
        </a:xfrm>
      </p:grpSpPr>
      <p:sp>
        <p:nvSpPr>
          <p:cNvPr id="89" name="Google Shape;89;p27"/>
          <p:cNvSpPr txBox="1">
            <a:spLocks noGrp="1"/>
          </p:cNvSpPr>
          <p:nvPr>
            <p:ph type="title"/>
          </p:nvPr>
        </p:nvSpPr>
        <p:spPr>
          <a:xfrm>
            <a:off x="457200" y="304797"/>
            <a:ext cx="8229600" cy="75882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000" b="1" i="0" u="none" strike="noStrike" cap="none">
                <a:solidFill>
                  <a:srgbClr val="262A31"/>
                </a:solidFill>
                <a:latin typeface="Arial"/>
                <a:ea typeface="Arial"/>
                <a:cs typeface="Arial"/>
                <a:sym typeface="Arial"/>
              </a:defRPr>
            </a:lvl2pPr>
            <a:lvl3pPr marR="0" lvl="2" algn="l" rtl="0">
              <a:spcBef>
                <a:spcPts val="0"/>
              </a:spcBef>
              <a:spcAft>
                <a:spcPts val="0"/>
              </a:spcAft>
              <a:buSzPts val="1400"/>
              <a:buNone/>
              <a:defRPr sz="2000" b="1" i="0" u="none" strike="noStrike" cap="none">
                <a:solidFill>
                  <a:srgbClr val="262A31"/>
                </a:solidFill>
                <a:latin typeface="Arial"/>
                <a:ea typeface="Arial"/>
                <a:cs typeface="Arial"/>
                <a:sym typeface="Arial"/>
              </a:defRPr>
            </a:lvl3pPr>
            <a:lvl4pPr marR="0" lvl="3" algn="l" rtl="0">
              <a:spcBef>
                <a:spcPts val="0"/>
              </a:spcBef>
              <a:spcAft>
                <a:spcPts val="0"/>
              </a:spcAft>
              <a:buSzPts val="1400"/>
              <a:buNone/>
              <a:defRPr sz="2000" b="1" i="0" u="none" strike="noStrike" cap="none">
                <a:solidFill>
                  <a:srgbClr val="262A31"/>
                </a:solidFill>
                <a:latin typeface="Arial"/>
                <a:ea typeface="Arial"/>
                <a:cs typeface="Arial"/>
                <a:sym typeface="Arial"/>
              </a:defRPr>
            </a:lvl4pPr>
            <a:lvl5pPr marR="0" lvl="4" algn="l" rtl="0">
              <a:spcBef>
                <a:spcPts val="0"/>
              </a:spcBef>
              <a:spcAft>
                <a:spcPts val="0"/>
              </a:spcAft>
              <a:buSzPts val="1400"/>
              <a:buNone/>
              <a:defRPr sz="2000" b="1" i="0" u="none" strike="noStrike" cap="none">
                <a:solidFill>
                  <a:srgbClr val="262A31"/>
                </a:solidFill>
                <a:latin typeface="Arial"/>
                <a:ea typeface="Arial"/>
                <a:cs typeface="Arial"/>
                <a:sym typeface="Arial"/>
              </a:defRPr>
            </a:lvl5pPr>
            <a:lvl6pPr marR="0" lvl="5"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6pPr>
            <a:lvl7pPr marR="0" lvl="6"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7pPr>
            <a:lvl8pPr marR="0" lvl="7"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8pPr>
            <a:lvl9pPr marR="0" lvl="8"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9pPr>
          </a:lstStyle>
          <a:p>
            <a:endParaRPr/>
          </a:p>
        </p:txBody>
      </p:sp>
      <p:sp>
        <p:nvSpPr>
          <p:cNvPr id="90" name="Google Shape;90;p27"/>
          <p:cNvSpPr txBox="1">
            <a:spLocks noGrp="1"/>
          </p:cNvSpPr>
          <p:nvPr>
            <p:ph type="body" idx="1"/>
          </p:nvPr>
        </p:nvSpPr>
        <p:spPr>
          <a:xfrm>
            <a:off x="457200" y="4368811"/>
            <a:ext cx="3962400" cy="330196"/>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00"/>
              </a:spcBef>
              <a:spcAft>
                <a:spcPts val="0"/>
              </a:spcAft>
              <a:buClr>
                <a:srgbClr val="D8413E"/>
              </a:buClr>
              <a:buSzPts val="1000"/>
              <a:buFont typeface="Noto Sans Symbols"/>
              <a:buNone/>
              <a:defRPr sz="1000" b="0" i="0" u="none" strike="noStrike" cap="none">
                <a:solidFill>
                  <a:srgbClr val="7F7F7F"/>
                </a:solidFill>
                <a:latin typeface="Arial"/>
                <a:ea typeface="Arial"/>
                <a:cs typeface="Arial"/>
                <a:sym typeface="Arial"/>
              </a:defRPr>
            </a:lvl1pPr>
            <a:lvl2pPr marL="914400" marR="0" lvl="1" indent="-304800" algn="l" rtl="0">
              <a:spcBef>
                <a:spcPts val="240"/>
              </a:spcBef>
              <a:spcAft>
                <a:spcPts val="0"/>
              </a:spcAft>
              <a:buClr>
                <a:srgbClr val="D8413E"/>
              </a:buClr>
              <a:buSzPts val="1200"/>
              <a:buFont typeface="Noto Sans Symbols"/>
              <a:buChar char="−"/>
              <a:defRPr sz="1200" b="0" i="0" u="none" strike="noStrike" cap="none">
                <a:solidFill>
                  <a:schemeClr val="dk1"/>
                </a:solidFill>
                <a:latin typeface="Arial"/>
                <a:ea typeface="Arial"/>
                <a:cs typeface="Arial"/>
                <a:sym typeface="Arial"/>
              </a:defRPr>
            </a:lvl2pPr>
            <a:lvl3pPr marL="1371600" marR="0" lvl="2" indent="-304800" algn="l" rtl="0">
              <a:spcBef>
                <a:spcPts val="240"/>
              </a:spcBef>
              <a:spcAft>
                <a:spcPts val="0"/>
              </a:spcAft>
              <a:buClr>
                <a:srgbClr val="D8413E"/>
              </a:buClr>
              <a:buSzPts val="1200"/>
              <a:buFont typeface="Noto Sans Symbols"/>
              <a:buChar char="−"/>
              <a:defRPr sz="1200" b="0" i="0" u="none" strike="noStrike" cap="none">
                <a:solidFill>
                  <a:schemeClr val="dk1"/>
                </a:solidFill>
                <a:latin typeface="Arial"/>
                <a:ea typeface="Arial"/>
                <a:cs typeface="Arial"/>
                <a:sym typeface="Arial"/>
              </a:defRPr>
            </a:lvl3pPr>
            <a:lvl4pPr marL="1828800" marR="0" lvl="3" indent="-304800" algn="l" rtl="0">
              <a:spcBef>
                <a:spcPts val="240"/>
              </a:spcBef>
              <a:spcAft>
                <a:spcPts val="0"/>
              </a:spcAft>
              <a:buClr>
                <a:srgbClr val="D8413E"/>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rgbClr val="D8413E"/>
              </a:buClr>
              <a:buSzPts val="1200"/>
              <a:buFont typeface="Noto Sans Symbols"/>
              <a:buChar char="−"/>
              <a:defRPr sz="12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91" name="Google Shape;91;p27"/>
          <p:cNvSpPr>
            <a:spLocks noGrp="1"/>
          </p:cNvSpPr>
          <p:nvPr>
            <p:ph type="chart" idx="2"/>
          </p:nvPr>
        </p:nvSpPr>
        <p:spPr>
          <a:xfrm>
            <a:off x="457200" y="1181092"/>
            <a:ext cx="3962400" cy="3086108"/>
          </a:xfrm>
          <a:prstGeom prst="rect">
            <a:avLst/>
          </a:prstGeom>
          <a:noFill/>
          <a:ln>
            <a:noFill/>
          </a:ln>
        </p:spPr>
        <p:txBody>
          <a:bodyPr spcFirstLastPara="1" wrap="square" lIns="91425" tIns="45700" rIns="91425" bIns="45700" anchor="t" anchorCtr="0">
            <a:normAutofit/>
          </a:bodyPr>
          <a:lstStyle>
            <a:lvl1pPr marR="0" lvl="0" algn="l" rtl="0">
              <a:spcBef>
                <a:spcPts val="240"/>
              </a:spcBef>
              <a:spcAft>
                <a:spcPts val="0"/>
              </a:spcAft>
              <a:buSzPts val="1400"/>
              <a:buNone/>
              <a:defRPr sz="1200" b="0" i="0" u="none" strike="noStrike" cap="none">
                <a:solidFill>
                  <a:srgbClr val="262A31"/>
                </a:solidFill>
                <a:latin typeface="Arial"/>
                <a:ea typeface="Arial"/>
                <a:cs typeface="Arial"/>
                <a:sym typeface="Arial"/>
              </a:defRPr>
            </a:lvl1pPr>
            <a:lvl2pPr marR="0" lvl="1" algn="l" rtl="0">
              <a:spcBef>
                <a:spcPts val="36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240"/>
              </a:spcBef>
              <a:spcAft>
                <a:spcPts val="0"/>
              </a:spcAft>
              <a:buSzPts val="1400"/>
              <a:buNone/>
              <a:defRPr sz="1200" b="0" i="0" u="none" strike="noStrike" cap="none">
                <a:solidFill>
                  <a:schemeClr val="dk1"/>
                </a:solidFill>
                <a:latin typeface="Arial"/>
                <a:ea typeface="Arial"/>
                <a:cs typeface="Arial"/>
                <a:sym typeface="Arial"/>
              </a:defRPr>
            </a:lvl3pPr>
            <a:lvl4pPr marR="0" lvl="3" algn="l" rtl="0">
              <a:spcBef>
                <a:spcPts val="240"/>
              </a:spcBef>
              <a:spcAft>
                <a:spcPts val="0"/>
              </a:spcAft>
              <a:buSzPts val="1400"/>
              <a:buNone/>
              <a:defRPr sz="1200" b="0" i="0" u="none" strike="noStrike" cap="none">
                <a:solidFill>
                  <a:schemeClr val="dk1"/>
                </a:solidFill>
                <a:latin typeface="Arial"/>
                <a:ea typeface="Arial"/>
                <a:cs typeface="Arial"/>
                <a:sym typeface="Arial"/>
              </a:defRPr>
            </a:lvl4pPr>
            <a:lvl5pPr marR="0" lvl="4" algn="l" rtl="0">
              <a:spcBef>
                <a:spcPts val="240"/>
              </a:spcBef>
              <a:spcAft>
                <a:spcPts val="0"/>
              </a:spcAft>
              <a:buSzPts val="1400"/>
              <a:buNone/>
              <a:defRPr sz="12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92" name="Google Shape;92;p27"/>
          <p:cNvSpPr txBox="1">
            <a:spLocks noGrp="1"/>
          </p:cNvSpPr>
          <p:nvPr>
            <p:ph type="body" idx="3"/>
          </p:nvPr>
        </p:nvSpPr>
        <p:spPr>
          <a:xfrm>
            <a:off x="4714875" y="4368811"/>
            <a:ext cx="3962400" cy="330196"/>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00"/>
              </a:spcBef>
              <a:spcAft>
                <a:spcPts val="0"/>
              </a:spcAft>
              <a:buClr>
                <a:srgbClr val="D8413E"/>
              </a:buClr>
              <a:buSzPts val="1000"/>
              <a:buFont typeface="Noto Sans Symbols"/>
              <a:buNone/>
              <a:defRPr sz="1000" b="0" i="0" u="none" strike="noStrike" cap="none">
                <a:solidFill>
                  <a:srgbClr val="7F7F7F"/>
                </a:solidFill>
                <a:latin typeface="Arial"/>
                <a:ea typeface="Arial"/>
                <a:cs typeface="Arial"/>
                <a:sym typeface="Arial"/>
              </a:defRPr>
            </a:lvl1pPr>
            <a:lvl2pPr marL="914400" marR="0" lvl="1" indent="-304800" algn="l" rtl="0">
              <a:spcBef>
                <a:spcPts val="240"/>
              </a:spcBef>
              <a:spcAft>
                <a:spcPts val="0"/>
              </a:spcAft>
              <a:buClr>
                <a:srgbClr val="D8413E"/>
              </a:buClr>
              <a:buSzPts val="1200"/>
              <a:buFont typeface="Noto Sans Symbols"/>
              <a:buChar char="−"/>
              <a:defRPr sz="1200" b="0" i="0" u="none" strike="noStrike" cap="none">
                <a:solidFill>
                  <a:schemeClr val="dk1"/>
                </a:solidFill>
                <a:latin typeface="Arial"/>
                <a:ea typeface="Arial"/>
                <a:cs typeface="Arial"/>
                <a:sym typeface="Arial"/>
              </a:defRPr>
            </a:lvl2pPr>
            <a:lvl3pPr marL="1371600" marR="0" lvl="2" indent="-304800" algn="l" rtl="0">
              <a:spcBef>
                <a:spcPts val="240"/>
              </a:spcBef>
              <a:spcAft>
                <a:spcPts val="0"/>
              </a:spcAft>
              <a:buClr>
                <a:srgbClr val="D8413E"/>
              </a:buClr>
              <a:buSzPts val="1200"/>
              <a:buFont typeface="Noto Sans Symbols"/>
              <a:buChar char="−"/>
              <a:defRPr sz="1200" b="0" i="0" u="none" strike="noStrike" cap="none">
                <a:solidFill>
                  <a:schemeClr val="dk1"/>
                </a:solidFill>
                <a:latin typeface="Arial"/>
                <a:ea typeface="Arial"/>
                <a:cs typeface="Arial"/>
                <a:sym typeface="Arial"/>
              </a:defRPr>
            </a:lvl3pPr>
            <a:lvl4pPr marL="1828800" marR="0" lvl="3" indent="-304800" algn="l" rtl="0">
              <a:spcBef>
                <a:spcPts val="240"/>
              </a:spcBef>
              <a:spcAft>
                <a:spcPts val="0"/>
              </a:spcAft>
              <a:buClr>
                <a:srgbClr val="D8413E"/>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rgbClr val="D8413E"/>
              </a:buClr>
              <a:buSzPts val="1200"/>
              <a:buFont typeface="Noto Sans Symbols"/>
              <a:buChar char="−"/>
              <a:defRPr sz="12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93" name="Google Shape;93;p27"/>
          <p:cNvSpPr>
            <a:spLocks noGrp="1"/>
          </p:cNvSpPr>
          <p:nvPr>
            <p:ph type="chart" idx="4"/>
          </p:nvPr>
        </p:nvSpPr>
        <p:spPr>
          <a:xfrm>
            <a:off x="4714875" y="1181092"/>
            <a:ext cx="3962400" cy="3086108"/>
          </a:xfrm>
          <a:prstGeom prst="rect">
            <a:avLst/>
          </a:prstGeom>
          <a:noFill/>
          <a:ln>
            <a:noFill/>
          </a:ln>
        </p:spPr>
        <p:txBody>
          <a:bodyPr spcFirstLastPara="1" wrap="square" lIns="91425" tIns="45700" rIns="91425" bIns="45700" anchor="t" anchorCtr="0">
            <a:normAutofit/>
          </a:bodyPr>
          <a:lstStyle>
            <a:lvl1pPr marR="0" lvl="0" algn="l" rtl="0">
              <a:spcBef>
                <a:spcPts val="240"/>
              </a:spcBef>
              <a:spcAft>
                <a:spcPts val="0"/>
              </a:spcAft>
              <a:buSzPts val="1400"/>
              <a:buNone/>
              <a:defRPr sz="1200" b="0" i="0" u="none" strike="noStrike" cap="none">
                <a:solidFill>
                  <a:srgbClr val="262A31"/>
                </a:solidFill>
                <a:latin typeface="Arial"/>
                <a:ea typeface="Arial"/>
                <a:cs typeface="Arial"/>
                <a:sym typeface="Arial"/>
              </a:defRPr>
            </a:lvl1pPr>
            <a:lvl2pPr marR="0" lvl="1" algn="l" rtl="0">
              <a:spcBef>
                <a:spcPts val="36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240"/>
              </a:spcBef>
              <a:spcAft>
                <a:spcPts val="0"/>
              </a:spcAft>
              <a:buSzPts val="1400"/>
              <a:buNone/>
              <a:defRPr sz="1200" b="0" i="0" u="none" strike="noStrike" cap="none">
                <a:solidFill>
                  <a:schemeClr val="dk1"/>
                </a:solidFill>
                <a:latin typeface="Arial"/>
                <a:ea typeface="Arial"/>
                <a:cs typeface="Arial"/>
                <a:sym typeface="Arial"/>
              </a:defRPr>
            </a:lvl3pPr>
            <a:lvl4pPr marR="0" lvl="3" algn="l" rtl="0">
              <a:spcBef>
                <a:spcPts val="240"/>
              </a:spcBef>
              <a:spcAft>
                <a:spcPts val="0"/>
              </a:spcAft>
              <a:buSzPts val="1400"/>
              <a:buNone/>
              <a:defRPr sz="1200" b="0" i="0" u="none" strike="noStrike" cap="none">
                <a:solidFill>
                  <a:schemeClr val="dk1"/>
                </a:solidFill>
                <a:latin typeface="Arial"/>
                <a:ea typeface="Arial"/>
                <a:cs typeface="Arial"/>
                <a:sym typeface="Arial"/>
              </a:defRPr>
            </a:lvl4pPr>
            <a:lvl5pPr marR="0" lvl="4" algn="l" rtl="0">
              <a:spcBef>
                <a:spcPts val="240"/>
              </a:spcBef>
              <a:spcAft>
                <a:spcPts val="0"/>
              </a:spcAft>
              <a:buSzPts val="1400"/>
              <a:buNone/>
              <a:defRPr sz="12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94" name="Google Shape;94;p27"/>
          <p:cNvSpPr txBox="1">
            <a:spLocks noGrp="1"/>
          </p:cNvSpPr>
          <p:nvPr>
            <p:ph type="sldNum" idx="12"/>
          </p:nvPr>
        </p:nvSpPr>
        <p:spPr>
          <a:xfrm>
            <a:off x="7948613" y="4879075"/>
            <a:ext cx="742950" cy="204716"/>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1pPr>
            <a:lvl2pPr marL="0" marR="0" lvl="1"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2pPr>
            <a:lvl3pPr marL="0" marR="0" lvl="2"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3pPr>
            <a:lvl4pPr marL="0" marR="0" lvl="3"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4pPr>
            <a:lvl5pPr marL="0" marR="0" lvl="4"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5pPr>
            <a:lvl6pPr marL="0" marR="0" lvl="5"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6pPr>
            <a:lvl7pPr marL="0" marR="0" lvl="6"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7pPr>
            <a:lvl8pPr marL="0" marR="0" lvl="7"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8pPr>
            <a:lvl9pPr marL="0" marR="0" lvl="8"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de-DE"/>
              <a:t>‹Nr.›</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ild mit Text links">
  <p:cSld name="Bild mit Text links">
    <p:spTree>
      <p:nvGrpSpPr>
        <p:cNvPr id="1" name="Shape 95"/>
        <p:cNvGrpSpPr/>
        <p:nvPr/>
      </p:nvGrpSpPr>
      <p:grpSpPr>
        <a:xfrm>
          <a:off x="0" y="0"/>
          <a:ext cx="0" cy="0"/>
          <a:chOff x="0" y="0"/>
          <a:chExt cx="0" cy="0"/>
        </a:xfrm>
      </p:grpSpPr>
      <p:sp>
        <p:nvSpPr>
          <p:cNvPr id="96" name="Google Shape;96;p28"/>
          <p:cNvSpPr txBox="1">
            <a:spLocks noGrp="1"/>
          </p:cNvSpPr>
          <p:nvPr>
            <p:ph type="title"/>
          </p:nvPr>
        </p:nvSpPr>
        <p:spPr>
          <a:xfrm>
            <a:off x="457200" y="372533"/>
            <a:ext cx="2692400" cy="99906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000" b="1" i="0" u="none" strike="noStrike" cap="none">
                <a:solidFill>
                  <a:srgbClr val="262A31"/>
                </a:solidFill>
                <a:latin typeface="Arial"/>
                <a:ea typeface="Arial"/>
                <a:cs typeface="Arial"/>
                <a:sym typeface="Arial"/>
              </a:defRPr>
            </a:lvl2pPr>
            <a:lvl3pPr marR="0" lvl="2" algn="l" rtl="0">
              <a:spcBef>
                <a:spcPts val="0"/>
              </a:spcBef>
              <a:spcAft>
                <a:spcPts val="0"/>
              </a:spcAft>
              <a:buSzPts val="1400"/>
              <a:buNone/>
              <a:defRPr sz="2000" b="1" i="0" u="none" strike="noStrike" cap="none">
                <a:solidFill>
                  <a:srgbClr val="262A31"/>
                </a:solidFill>
                <a:latin typeface="Arial"/>
                <a:ea typeface="Arial"/>
                <a:cs typeface="Arial"/>
                <a:sym typeface="Arial"/>
              </a:defRPr>
            </a:lvl3pPr>
            <a:lvl4pPr marR="0" lvl="3" algn="l" rtl="0">
              <a:spcBef>
                <a:spcPts val="0"/>
              </a:spcBef>
              <a:spcAft>
                <a:spcPts val="0"/>
              </a:spcAft>
              <a:buSzPts val="1400"/>
              <a:buNone/>
              <a:defRPr sz="2000" b="1" i="0" u="none" strike="noStrike" cap="none">
                <a:solidFill>
                  <a:srgbClr val="262A31"/>
                </a:solidFill>
                <a:latin typeface="Arial"/>
                <a:ea typeface="Arial"/>
                <a:cs typeface="Arial"/>
                <a:sym typeface="Arial"/>
              </a:defRPr>
            </a:lvl4pPr>
            <a:lvl5pPr marR="0" lvl="4" algn="l" rtl="0">
              <a:spcBef>
                <a:spcPts val="0"/>
              </a:spcBef>
              <a:spcAft>
                <a:spcPts val="0"/>
              </a:spcAft>
              <a:buSzPts val="1400"/>
              <a:buNone/>
              <a:defRPr sz="2000" b="1" i="0" u="none" strike="noStrike" cap="none">
                <a:solidFill>
                  <a:srgbClr val="262A31"/>
                </a:solidFill>
                <a:latin typeface="Arial"/>
                <a:ea typeface="Arial"/>
                <a:cs typeface="Arial"/>
                <a:sym typeface="Arial"/>
              </a:defRPr>
            </a:lvl5pPr>
            <a:lvl6pPr marR="0" lvl="5"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6pPr>
            <a:lvl7pPr marR="0" lvl="6"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7pPr>
            <a:lvl8pPr marR="0" lvl="7"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8pPr>
            <a:lvl9pPr marR="0" lvl="8"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9pPr>
          </a:lstStyle>
          <a:p>
            <a:endParaRPr/>
          </a:p>
        </p:txBody>
      </p:sp>
      <p:sp>
        <p:nvSpPr>
          <p:cNvPr id="97" name="Google Shape;97;p28"/>
          <p:cNvSpPr txBox="1">
            <a:spLocks noGrp="1"/>
          </p:cNvSpPr>
          <p:nvPr>
            <p:ph type="body" idx="1"/>
          </p:nvPr>
        </p:nvSpPr>
        <p:spPr>
          <a:xfrm>
            <a:off x="457200" y="1503680"/>
            <a:ext cx="2692400" cy="3195327"/>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360"/>
              </a:spcBef>
              <a:spcAft>
                <a:spcPts val="0"/>
              </a:spcAft>
              <a:buClr>
                <a:srgbClr val="D8413E"/>
              </a:buClr>
              <a:buSzPts val="1800"/>
              <a:buFont typeface="Noto Sans Symbols"/>
              <a:buChar char="−"/>
              <a:defRPr sz="1800" b="0" i="0" u="none" strike="noStrike" cap="none">
                <a:solidFill>
                  <a:schemeClr val="dk1"/>
                </a:solidFill>
                <a:latin typeface="Arial"/>
                <a:ea typeface="Arial"/>
                <a:cs typeface="Arial"/>
                <a:sym typeface="Arial"/>
              </a:defRPr>
            </a:lvl1pPr>
            <a:lvl2pPr marL="914400" marR="0" lvl="1" indent="-330200" algn="l" rtl="0">
              <a:spcBef>
                <a:spcPts val="320"/>
              </a:spcBef>
              <a:spcAft>
                <a:spcPts val="0"/>
              </a:spcAft>
              <a:buClr>
                <a:srgbClr val="D8413E"/>
              </a:buClr>
              <a:buSzPts val="1600"/>
              <a:buFont typeface="Noto Sans Symbols"/>
              <a:buChar char="−"/>
              <a:defRPr sz="1600" b="0" i="0" u="none" strike="noStrike" cap="none">
                <a:solidFill>
                  <a:schemeClr val="dk1"/>
                </a:solidFill>
                <a:latin typeface="Arial"/>
                <a:ea typeface="Arial"/>
                <a:cs typeface="Arial"/>
                <a:sym typeface="Arial"/>
              </a:defRPr>
            </a:lvl2pPr>
            <a:lvl3pPr marL="1371600" marR="0" lvl="2" indent="-317500" algn="l" rtl="0">
              <a:spcBef>
                <a:spcPts val="280"/>
              </a:spcBef>
              <a:spcAft>
                <a:spcPts val="0"/>
              </a:spcAft>
              <a:buClr>
                <a:srgbClr val="D8413E"/>
              </a:buClr>
              <a:buSzPts val="1400"/>
              <a:buFont typeface="Noto Sans Symbols"/>
              <a:buChar char="−"/>
              <a:defRPr sz="1400" b="0" i="0" u="none" strike="noStrike" cap="none">
                <a:solidFill>
                  <a:schemeClr val="dk1"/>
                </a:solidFill>
                <a:latin typeface="Arial"/>
                <a:ea typeface="Arial"/>
                <a:cs typeface="Arial"/>
                <a:sym typeface="Arial"/>
              </a:defRPr>
            </a:lvl3pPr>
            <a:lvl4pPr marL="1828800" marR="0" lvl="3" indent="-317500" algn="l" rtl="0">
              <a:spcBef>
                <a:spcPts val="280"/>
              </a:spcBef>
              <a:spcAft>
                <a:spcPts val="0"/>
              </a:spcAft>
              <a:buClr>
                <a:srgbClr val="D8413E"/>
              </a:buClr>
              <a:buSzPts val="1400"/>
              <a:buFont typeface="Noto Sans Symbols"/>
              <a:buChar char="−"/>
              <a:defRPr sz="1400" b="0" i="0" u="none" strike="noStrike" cap="none">
                <a:solidFill>
                  <a:schemeClr val="dk1"/>
                </a:solidFill>
                <a:latin typeface="Arial"/>
                <a:ea typeface="Arial"/>
                <a:cs typeface="Arial"/>
                <a:sym typeface="Arial"/>
              </a:defRPr>
            </a:lvl4pPr>
            <a:lvl5pPr marL="2286000" marR="0" lvl="4" indent="-317500" algn="l" rtl="0">
              <a:spcBef>
                <a:spcPts val="280"/>
              </a:spcBef>
              <a:spcAft>
                <a:spcPts val="0"/>
              </a:spcAft>
              <a:buClr>
                <a:srgbClr val="D8413E"/>
              </a:buClr>
              <a:buSzPts val="1400"/>
              <a:buFont typeface="Noto Sans Symbols"/>
              <a:buChar char="−"/>
              <a:defRPr sz="14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98" name="Google Shape;98;p28"/>
          <p:cNvSpPr>
            <a:spLocks noGrp="1"/>
          </p:cNvSpPr>
          <p:nvPr>
            <p:ph type="pic" idx="2"/>
          </p:nvPr>
        </p:nvSpPr>
        <p:spPr>
          <a:xfrm>
            <a:off x="3352800" y="762000"/>
            <a:ext cx="5791200" cy="3489344"/>
          </a:xfrm>
          <a:prstGeom prst="rect">
            <a:avLst/>
          </a:prstGeom>
          <a:noFill/>
          <a:ln>
            <a:noFill/>
          </a:ln>
        </p:spPr>
      </p:sp>
      <p:sp>
        <p:nvSpPr>
          <p:cNvPr id="99" name="Google Shape;99;p28"/>
          <p:cNvSpPr txBox="1">
            <a:spLocks noGrp="1"/>
          </p:cNvSpPr>
          <p:nvPr>
            <p:ph type="body" idx="3"/>
          </p:nvPr>
        </p:nvSpPr>
        <p:spPr>
          <a:xfrm>
            <a:off x="3352800" y="4368811"/>
            <a:ext cx="5334000" cy="330196"/>
          </a:xfrm>
          <a:prstGeom prst="rect">
            <a:avLst/>
          </a:prstGeom>
          <a:noFill/>
          <a:ln>
            <a:noFill/>
          </a:ln>
        </p:spPr>
        <p:txBody>
          <a:bodyPr spcFirstLastPara="1" wrap="square" lIns="0" tIns="45700" rIns="0" bIns="45700" anchor="t" anchorCtr="0">
            <a:noAutofit/>
          </a:bodyPr>
          <a:lstStyle>
            <a:lvl1pPr marL="457200" marR="0" lvl="0" indent="-228600" algn="l" rtl="0">
              <a:spcBef>
                <a:spcPts val="200"/>
              </a:spcBef>
              <a:spcAft>
                <a:spcPts val="0"/>
              </a:spcAft>
              <a:buClr>
                <a:srgbClr val="D8413E"/>
              </a:buClr>
              <a:buSzPts val="1000"/>
              <a:buFont typeface="Noto Sans Symbols"/>
              <a:buNone/>
              <a:defRPr sz="1000" b="0" i="0" u="none" strike="noStrike" cap="none">
                <a:solidFill>
                  <a:srgbClr val="7F7F7F"/>
                </a:solidFill>
                <a:latin typeface="Arial"/>
                <a:ea typeface="Arial"/>
                <a:cs typeface="Arial"/>
                <a:sym typeface="Arial"/>
              </a:defRPr>
            </a:lvl1pPr>
            <a:lvl2pPr marL="914400" marR="0" lvl="1" indent="-304800" algn="l" rtl="0">
              <a:spcBef>
                <a:spcPts val="240"/>
              </a:spcBef>
              <a:spcAft>
                <a:spcPts val="0"/>
              </a:spcAft>
              <a:buClr>
                <a:srgbClr val="D8413E"/>
              </a:buClr>
              <a:buSzPts val="1200"/>
              <a:buFont typeface="Noto Sans Symbols"/>
              <a:buChar char="−"/>
              <a:defRPr sz="1200" b="0" i="0" u="none" strike="noStrike" cap="none">
                <a:solidFill>
                  <a:schemeClr val="dk1"/>
                </a:solidFill>
                <a:latin typeface="Arial"/>
                <a:ea typeface="Arial"/>
                <a:cs typeface="Arial"/>
                <a:sym typeface="Arial"/>
              </a:defRPr>
            </a:lvl2pPr>
            <a:lvl3pPr marL="1371600" marR="0" lvl="2" indent="-304800" algn="l" rtl="0">
              <a:spcBef>
                <a:spcPts val="240"/>
              </a:spcBef>
              <a:spcAft>
                <a:spcPts val="0"/>
              </a:spcAft>
              <a:buClr>
                <a:srgbClr val="D8413E"/>
              </a:buClr>
              <a:buSzPts val="1200"/>
              <a:buFont typeface="Noto Sans Symbols"/>
              <a:buChar char="−"/>
              <a:defRPr sz="1200" b="0" i="0" u="none" strike="noStrike" cap="none">
                <a:solidFill>
                  <a:schemeClr val="dk1"/>
                </a:solidFill>
                <a:latin typeface="Arial"/>
                <a:ea typeface="Arial"/>
                <a:cs typeface="Arial"/>
                <a:sym typeface="Arial"/>
              </a:defRPr>
            </a:lvl3pPr>
            <a:lvl4pPr marL="1828800" marR="0" lvl="3" indent="-304800" algn="l" rtl="0">
              <a:spcBef>
                <a:spcPts val="240"/>
              </a:spcBef>
              <a:spcAft>
                <a:spcPts val="0"/>
              </a:spcAft>
              <a:buClr>
                <a:srgbClr val="D8413E"/>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240"/>
              </a:spcBef>
              <a:spcAft>
                <a:spcPts val="0"/>
              </a:spcAft>
              <a:buClr>
                <a:srgbClr val="D8413E"/>
              </a:buClr>
              <a:buSzPts val="1200"/>
              <a:buFont typeface="Noto Sans Symbols"/>
              <a:buChar char="−"/>
              <a:defRPr sz="12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00" name="Google Shape;100;p28"/>
          <p:cNvSpPr txBox="1">
            <a:spLocks noGrp="1"/>
          </p:cNvSpPr>
          <p:nvPr>
            <p:ph type="sldNum" idx="12"/>
          </p:nvPr>
        </p:nvSpPr>
        <p:spPr>
          <a:xfrm>
            <a:off x="7948613" y="4879075"/>
            <a:ext cx="742950" cy="204716"/>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1pPr>
            <a:lvl2pPr marL="0" marR="0" lvl="1"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2pPr>
            <a:lvl3pPr marL="0" marR="0" lvl="2"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3pPr>
            <a:lvl4pPr marL="0" marR="0" lvl="3"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4pPr>
            <a:lvl5pPr marL="0" marR="0" lvl="4"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5pPr>
            <a:lvl6pPr marL="0" marR="0" lvl="5"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6pPr>
            <a:lvl7pPr marL="0" marR="0" lvl="6"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7pPr>
            <a:lvl8pPr marL="0" marR="0" lvl="7"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8pPr>
            <a:lvl9pPr marL="0" marR="0" lvl="8" indent="0" algn="r" rtl="0">
              <a:lnSpc>
                <a:spcPct val="100000"/>
              </a:lnSpc>
              <a:spcBef>
                <a:spcPts val="0"/>
              </a:spcBef>
              <a:spcAft>
                <a:spcPts val="0"/>
              </a:spcAft>
              <a:buClr>
                <a:srgbClr val="D8413E"/>
              </a:buClr>
              <a:buSzPts val="1000"/>
              <a:buFont typeface="Arial"/>
              <a:buNone/>
              <a:defRPr sz="1000">
                <a:solidFill>
                  <a:srgbClr val="D8413E"/>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de-DE"/>
              <a:t>‹Nr.›</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10" Type="http://schemas.openxmlformats.org/officeDocument/2006/relationships/image" Target="../media/image3.png"/><Relationship Id="rId4" Type="http://schemas.openxmlformats.org/officeDocument/2006/relationships/slideLayout" Target="../slideLayouts/slideLayout10.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457200" y="206375"/>
            <a:ext cx="8229600" cy="85725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2000" b="1" i="0" u="none" strike="noStrike" cap="none">
                <a:solidFill>
                  <a:srgbClr val="262A31"/>
                </a:solidFill>
                <a:latin typeface="Arial"/>
                <a:ea typeface="Arial"/>
                <a:cs typeface="Arial"/>
                <a:sym typeface="Arial"/>
              </a:defRPr>
            </a:lvl1pPr>
            <a:lvl2pPr marR="0" lvl="1" algn="l" rtl="0">
              <a:spcBef>
                <a:spcPts val="0"/>
              </a:spcBef>
              <a:spcAft>
                <a:spcPts val="0"/>
              </a:spcAft>
              <a:buSzPts val="1400"/>
              <a:buNone/>
              <a:defRPr sz="2000" b="1" i="0" u="none" strike="noStrike" cap="none">
                <a:solidFill>
                  <a:srgbClr val="262A31"/>
                </a:solidFill>
                <a:latin typeface="Arial"/>
                <a:ea typeface="Arial"/>
                <a:cs typeface="Arial"/>
                <a:sym typeface="Arial"/>
              </a:defRPr>
            </a:lvl2pPr>
            <a:lvl3pPr marR="0" lvl="2" algn="l" rtl="0">
              <a:spcBef>
                <a:spcPts val="0"/>
              </a:spcBef>
              <a:spcAft>
                <a:spcPts val="0"/>
              </a:spcAft>
              <a:buSzPts val="1400"/>
              <a:buNone/>
              <a:defRPr sz="2000" b="1" i="0" u="none" strike="noStrike" cap="none">
                <a:solidFill>
                  <a:srgbClr val="262A31"/>
                </a:solidFill>
                <a:latin typeface="Arial"/>
                <a:ea typeface="Arial"/>
                <a:cs typeface="Arial"/>
                <a:sym typeface="Arial"/>
              </a:defRPr>
            </a:lvl3pPr>
            <a:lvl4pPr marR="0" lvl="3" algn="l" rtl="0">
              <a:spcBef>
                <a:spcPts val="0"/>
              </a:spcBef>
              <a:spcAft>
                <a:spcPts val="0"/>
              </a:spcAft>
              <a:buSzPts val="1400"/>
              <a:buNone/>
              <a:defRPr sz="2000" b="1" i="0" u="none" strike="noStrike" cap="none">
                <a:solidFill>
                  <a:srgbClr val="262A31"/>
                </a:solidFill>
                <a:latin typeface="Arial"/>
                <a:ea typeface="Arial"/>
                <a:cs typeface="Arial"/>
                <a:sym typeface="Arial"/>
              </a:defRPr>
            </a:lvl4pPr>
            <a:lvl5pPr marR="0" lvl="4" algn="l" rtl="0">
              <a:spcBef>
                <a:spcPts val="0"/>
              </a:spcBef>
              <a:spcAft>
                <a:spcPts val="0"/>
              </a:spcAft>
              <a:buSzPts val="1400"/>
              <a:buNone/>
              <a:defRPr sz="2000" b="1" i="0" u="none" strike="noStrike" cap="none">
                <a:solidFill>
                  <a:srgbClr val="262A31"/>
                </a:solidFill>
                <a:latin typeface="Arial"/>
                <a:ea typeface="Arial"/>
                <a:cs typeface="Arial"/>
                <a:sym typeface="Arial"/>
              </a:defRPr>
            </a:lvl5pPr>
            <a:lvl6pPr marR="0" lvl="5"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6pPr>
            <a:lvl7pPr marR="0" lvl="6"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7pPr>
            <a:lvl8pPr marR="0" lvl="7"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8pPr>
            <a:lvl9pPr marR="0" lvl="8" algn="l" rtl="0">
              <a:spcBef>
                <a:spcPts val="0"/>
              </a:spcBef>
              <a:spcAft>
                <a:spcPts val="0"/>
              </a:spcAft>
              <a:buSzPts val="1400"/>
              <a:buNone/>
              <a:defRPr sz="2000" b="0" i="0" u="none" strike="noStrike" cap="none">
                <a:solidFill>
                  <a:schemeClr val="dk1"/>
                </a:solidFill>
                <a:latin typeface="Poppins"/>
                <a:ea typeface="Poppins"/>
                <a:cs typeface="Poppins"/>
                <a:sym typeface="Poppins"/>
              </a:defRPr>
            </a:lvl9pPr>
          </a:lstStyle>
          <a:p>
            <a:endParaRPr/>
          </a:p>
        </p:txBody>
      </p:sp>
      <p:sp>
        <p:nvSpPr>
          <p:cNvPr id="11" name="Google Shape;11;p13"/>
          <p:cNvSpPr txBox="1">
            <a:spLocks noGrp="1"/>
          </p:cNvSpPr>
          <p:nvPr>
            <p:ph type="body" idx="1"/>
          </p:nvPr>
        </p:nvSpPr>
        <p:spPr>
          <a:xfrm>
            <a:off x="457200" y="1063625"/>
            <a:ext cx="8229600" cy="353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40"/>
              </a:spcBef>
              <a:spcAft>
                <a:spcPts val="0"/>
              </a:spcAft>
              <a:buSzPts val="1400"/>
              <a:buNone/>
              <a:defRPr sz="1200" b="0" i="0" u="none" strike="noStrike" cap="none">
                <a:solidFill>
                  <a:srgbClr val="262A31"/>
                </a:solidFill>
                <a:latin typeface="Arial"/>
                <a:ea typeface="Arial"/>
                <a:cs typeface="Arial"/>
                <a:sym typeface="Arial"/>
              </a:defRPr>
            </a:lvl1pPr>
            <a:lvl2pPr marL="914400" marR="0" lvl="1" indent="-228600" algn="l" rtl="0">
              <a:spcBef>
                <a:spcPts val="360"/>
              </a:spcBef>
              <a:spcAft>
                <a:spcPts val="0"/>
              </a:spcAft>
              <a:buSzPts val="1400"/>
              <a:buNone/>
              <a:defRPr sz="1800" b="0" i="0" u="none" strike="noStrike" cap="none">
                <a:solidFill>
                  <a:schemeClr val="dk1"/>
                </a:solidFill>
                <a:latin typeface="Arial"/>
                <a:ea typeface="Arial"/>
                <a:cs typeface="Arial"/>
                <a:sym typeface="Arial"/>
              </a:defRPr>
            </a:lvl2pPr>
            <a:lvl3pPr marL="1371600" marR="0" lvl="2" indent="-228600" algn="l" rtl="0">
              <a:spcBef>
                <a:spcPts val="24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24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24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cxnSp>
        <p:nvCxnSpPr>
          <p:cNvPr id="51" name="Google Shape;51;p15"/>
          <p:cNvCxnSpPr/>
          <p:nvPr/>
        </p:nvCxnSpPr>
        <p:spPr>
          <a:xfrm>
            <a:off x="0" y="155575"/>
            <a:ext cx="457200" cy="0"/>
          </a:xfrm>
          <a:prstGeom prst="straightConnector1">
            <a:avLst/>
          </a:prstGeom>
          <a:noFill/>
          <a:ln w="9525" cap="flat" cmpd="sng">
            <a:solidFill>
              <a:srgbClr val="262A31"/>
            </a:solidFill>
            <a:prstDash val="solid"/>
            <a:round/>
            <a:headEnd type="none" w="sm" len="sm"/>
            <a:tailEnd type="none" w="sm" len="sm"/>
          </a:ln>
        </p:spPr>
      </p:cxnSp>
      <p:pic>
        <p:nvPicPr>
          <p:cNvPr id="52" name="Google Shape;52;p15"/>
          <p:cNvPicPr preferRelativeResize="0"/>
          <p:nvPr/>
        </p:nvPicPr>
        <p:blipFill rotWithShape="1">
          <a:blip r:embed="rId10">
            <a:alphaModFix/>
          </a:blip>
          <a:srcRect/>
          <a:stretch/>
        </p:blipFill>
        <p:spPr>
          <a:xfrm>
            <a:off x="457200" y="4769366"/>
            <a:ext cx="547323" cy="324000"/>
          </a:xfrm>
          <a:prstGeom prst="rect">
            <a:avLst/>
          </a:prstGeom>
          <a:noFill/>
          <a:ln>
            <a:noFill/>
          </a:ln>
        </p:spPr>
      </p:pic>
      <p:cxnSp>
        <p:nvCxnSpPr>
          <p:cNvPr id="53" name="Google Shape;53;p15"/>
          <p:cNvCxnSpPr/>
          <p:nvPr/>
        </p:nvCxnSpPr>
        <p:spPr>
          <a:xfrm>
            <a:off x="457200" y="4713670"/>
            <a:ext cx="8229600" cy="0"/>
          </a:xfrm>
          <a:prstGeom prst="straightConnector1">
            <a:avLst/>
          </a:prstGeom>
          <a:noFill/>
          <a:ln w="9525" cap="flat" cmpd="sng">
            <a:solidFill>
              <a:srgbClr val="79B2D4"/>
            </a:solidFill>
            <a:prstDash val="solid"/>
            <a:round/>
            <a:headEnd type="none" w="sm" len="sm"/>
            <a:tailEnd type="none" w="sm" len="sm"/>
          </a:ln>
        </p:spPr>
      </p:cxnSp>
      <p:sp>
        <p:nvSpPr>
          <p:cNvPr id="54" name="Google Shape;54;p15"/>
          <p:cNvSpPr txBox="1"/>
          <p:nvPr/>
        </p:nvSpPr>
        <p:spPr>
          <a:xfrm>
            <a:off x="1154545" y="4805187"/>
            <a:ext cx="6785496" cy="2308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900" b="0" i="0" u="none" strike="noStrike" cap="none">
                <a:solidFill>
                  <a:srgbClr val="595959"/>
                </a:solidFill>
                <a:latin typeface="Arial"/>
                <a:ea typeface="Arial"/>
                <a:cs typeface="Arial"/>
                <a:sym typeface="Arial"/>
              </a:rPr>
              <a:t>Institut für Medizinische Informatik, Statistik und Epidemiologie (IMISE)</a:t>
            </a:r>
            <a:endParaRPr/>
          </a:p>
        </p:txBody>
      </p:sp>
      <p:sp>
        <p:nvSpPr>
          <p:cNvPr id="55" name="Google Shape;55;p15"/>
          <p:cNvSpPr txBox="1"/>
          <p:nvPr/>
        </p:nvSpPr>
        <p:spPr>
          <a:xfrm>
            <a:off x="457200" y="22671"/>
            <a:ext cx="7302321"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1200" b="1" i="0" u="none" strike="noStrike" cap="none">
                <a:solidFill>
                  <a:schemeClr val="dk1"/>
                </a:solidFill>
                <a:latin typeface="Arial"/>
                <a:ea typeface="Arial"/>
                <a:cs typeface="Arial"/>
                <a:sym typeface="Arial"/>
              </a:rPr>
              <a:t>LOCAL DATA HUB </a:t>
            </a:r>
            <a:r>
              <a:rPr lang="de-DE" sz="1200" b="0" i="0" u="none" strike="noStrike" cap="none">
                <a:solidFill>
                  <a:schemeClr val="dk1"/>
                </a:solidFill>
                <a:latin typeface="Arial"/>
                <a:ea typeface="Arial"/>
                <a:cs typeface="Arial"/>
                <a:sym typeface="Arial"/>
              </a:rPr>
              <a:t>| Informationsmanagement in der klinischen Forschung</a:t>
            </a:r>
            <a:endParaRPr/>
          </a:p>
        </p:txBody>
      </p:sp>
    </p:spTree>
  </p:cSld>
  <p:clrMap bg1="lt1" tx1="dk1" bg2="dk2" tx2="lt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IMISE/MI-Lab-E04-FDM"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
          <p:cNvSpPr txBox="1">
            <a:spLocks noGrp="1"/>
          </p:cNvSpPr>
          <p:nvPr>
            <p:ph type="ctrTitle"/>
          </p:nvPr>
        </p:nvSpPr>
        <p:spPr>
          <a:xfrm>
            <a:off x="295275" y="2079625"/>
            <a:ext cx="8093075" cy="1485900"/>
          </a:xfrm>
          <a:prstGeom prst="rect">
            <a:avLst/>
          </a:prstGeom>
          <a:noFill/>
          <a:ln>
            <a:noFill/>
          </a:ln>
        </p:spPr>
        <p:txBody>
          <a:bodyPr spcFirstLastPara="1" wrap="square" lIns="91425" tIns="45700" rIns="91425" bIns="45700" anchor="t" anchorCtr="0">
            <a:noAutofit/>
          </a:bodyPr>
          <a:lstStyle/>
          <a:p>
            <a:pPr lvl="0"/>
            <a:r>
              <a:rPr lang="de-DE" dirty="0"/>
              <a:t>MI-Lab </a:t>
            </a:r>
            <a:r>
              <a:rPr lang="de-DE" dirty="0" err="1"/>
              <a:t>Lecture</a:t>
            </a:r>
            <a:r>
              <a:rPr lang="de-DE" dirty="0"/>
              <a:t> / </a:t>
            </a:r>
            <a:r>
              <a:rPr lang="de-DE" dirty="0" err="1"/>
              <a:t>Exercise</a:t>
            </a:r>
            <a:br>
              <a:rPr lang="de-DE" dirty="0"/>
            </a:br>
            <a:r>
              <a:rPr lang="de-DE" dirty="0" err="1"/>
              <a:t>Local</a:t>
            </a:r>
            <a:r>
              <a:rPr lang="de-DE" dirty="0"/>
              <a:t> Data Hub (LDH)</a:t>
            </a:r>
            <a:endParaRPr dirty="0"/>
          </a:p>
        </p:txBody>
      </p:sp>
      <p:sp>
        <p:nvSpPr>
          <p:cNvPr id="106" name="Google Shape;106;p1"/>
          <p:cNvSpPr txBox="1">
            <a:spLocks noGrp="1"/>
          </p:cNvSpPr>
          <p:nvPr>
            <p:ph type="subTitle" idx="1"/>
          </p:nvPr>
        </p:nvSpPr>
        <p:spPr>
          <a:xfrm>
            <a:off x="295275" y="1606550"/>
            <a:ext cx="6400800" cy="47307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1"/>
              </a:buClr>
              <a:buSzPts val="1800"/>
              <a:buNone/>
            </a:pPr>
            <a:r>
              <a:rPr lang="en-US" dirty="0">
                <a:latin typeface="Arial"/>
                <a:ea typeface="Arial"/>
                <a:cs typeface="Arial"/>
                <a:sym typeface="Arial"/>
              </a:rPr>
              <a:t>Information management in clinical research</a:t>
            </a:r>
          </a:p>
        </p:txBody>
      </p:sp>
      <p:sp>
        <p:nvSpPr>
          <p:cNvPr id="107" name="Google Shape;107;p1"/>
          <p:cNvSpPr>
            <a:spLocks noGrp="1"/>
          </p:cNvSpPr>
          <p:nvPr>
            <p:ph type="pic" idx="3"/>
          </p:nvPr>
        </p:nvSpPr>
        <p:spPr>
          <a:xfrm>
            <a:off x="2473325" y="4438650"/>
            <a:ext cx="2044700" cy="517525"/>
          </a:xfrm>
          <a:prstGeom prst="rect">
            <a:avLst/>
          </a:prstGeom>
          <a:noFill/>
          <a:ln>
            <a:noFill/>
          </a:ln>
        </p:spPr>
        <p:txBody>
          <a:bodyPr/>
          <a:lstStyle/>
          <a:p>
            <a:endParaRPr lang="de-DE"/>
          </a:p>
        </p:txBody>
      </p:sp>
      <p:sp>
        <p:nvSpPr>
          <p:cNvPr id="108" name="Google Shape;108;p1"/>
          <p:cNvSpPr txBox="1">
            <a:spLocks noGrp="1"/>
          </p:cNvSpPr>
          <p:nvPr>
            <p:ph type="body" idx="4294967295"/>
          </p:nvPr>
        </p:nvSpPr>
        <p:spPr>
          <a:xfrm>
            <a:off x="295275" y="3600450"/>
            <a:ext cx="3744913" cy="5175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de-DE" sz="1600" dirty="0">
                <a:latin typeface="Arial"/>
                <a:ea typeface="Arial"/>
                <a:cs typeface="Arial"/>
                <a:sym typeface="Arial"/>
              </a:rPr>
              <a:t>Leipzig, Date</a:t>
            </a:r>
          </a:p>
          <a:p>
            <a:pPr marL="0" lvl="0" indent="0" algn="l" rtl="0">
              <a:spcBef>
                <a:spcPts val="0"/>
              </a:spcBef>
              <a:spcAft>
                <a:spcPts val="0"/>
              </a:spcAft>
              <a:buNone/>
            </a:pPr>
            <a:r>
              <a:rPr lang="de-DE" sz="1600" dirty="0">
                <a:latin typeface="Arial"/>
                <a:ea typeface="Arial"/>
                <a:cs typeface="Arial"/>
                <a:sym typeface="Arial"/>
              </a:rPr>
              <a:t>Mona Perbix</a:t>
            </a:r>
            <a:endParaRPr dirty="0"/>
          </a:p>
        </p:txBody>
      </p:sp>
      <p:pic>
        <p:nvPicPr>
          <p:cNvPr id="109" name="Google Shape;109;p1" descr="Ein Bild, das Schrift, Grafiken, Logo, Design enthält.&#10;&#10;Automatisch generierte Beschreibung"/>
          <p:cNvPicPr preferRelativeResize="0">
            <a:picLocks noGrp="1"/>
          </p:cNvPicPr>
          <p:nvPr>
            <p:ph type="pic" idx="2"/>
          </p:nvPr>
        </p:nvPicPr>
        <p:blipFill rotWithShape="1">
          <a:blip r:embed="rId3">
            <a:alphaModFix/>
          </a:blip>
          <a:srcRect t="1554" b="1554"/>
          <a:stretch/>
        </p:blipFill>
        <p:spPr>
          <a:xfrm>
            <a:off x="295687" y="4439286"/>
            <a:ext cx="2098597" cy="5175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
          <p:cNvSpPr txBox="1">
            <a:spLocks noGrp="1"/>
          </p:cNvSpPr>
          <p:nvPr>
            <p:ph type="title"/>
          </p:nvPr>
        </p:nvSpPr>
        <p:spPr>
          <a:xfrm>
            <a:off x="457200" y="304799"/>
            <a:ext cx="8234363" cy="758825"/>
          </a:xfrm>
          <a:prstGeom prst="rect">
            <a:avLst/>
          </a:prstGeom>
          <a:noFill/>
          <a:ln>
            <a:noFill/>
          </a:ln>
        </p:spPr>
        <p:txBody>
          <a:bodyPr spcFirstLastPara="1" wrap="square" lIns="91425" tIns="45700" rIns="91425" bIns="45700" anchor="b" anchorCtr="0">
            <a:noAutofit/>
          </a:bodyPr>
          <a:lstStyle/>
          <a:p>
            <a:r>
              <a:rPr lang="de-DE" dirty="0"/>
              <a:t>PURPOSE OF THE EXERCISE</a:t>
            </a:r>
            <a:endParaRPr lang="de-DE" dirty="0">
              <a:effectLst/>
            </a:endParaRPr>
          </a:p>
        </p:txBody>
      </p:sp>
      <p:sp>
        <p:nvSpPr>
          <p:cNvPr id="115" name="Google Shape;115;p2"/>
          <p:cNvSpPr txBox="1">
            <a:spLocks noGrp="1"/>
          </p:cNvSpPr>
          <p:nvPr>
            <p:ph type="body" idx="1"/>
          </p:nvPr>
        </p:nvSpPr>
        <p:spPr>
          <a:xfrm>
            <a:off x="457200" y="1223492"/>
            <a:ext cx="8234363" cy="3379199"/>
          </a:xfrm>
          <a:prstGeom prst="rect">
            <a:avLst/>
          </a:prstGeom>
          <a:noFill/>
          <a:ln>
            <a:noFill/>
          </a:ln>
        </p:spPr>
        <p:txBody>
          <a:bodyPr spcFirstLastPara="1" wrap="square" lIns="91425" tIns="45700" rIns="91425" bIns="45700" anchor="t" anchorCtr="0">
            <a:noAutofit/>
          </a:bodyPr>
          <a:lstStyle/>
          <a:p>
            <a:pPr marL="269875" lvl="0" indent="-269875" algn="l" rtl="0">
              <a:spcBef>
                <a:spcPts val="0"/>
              </a:spcBef>
              <a:spcAft>
                <a:spcPts val="0"/>
              </a:spcAft>
              <a:buClr>
                <a:srgbClr val="D8413E"/>
              </a:buClr>
              <a:buSzPts val="1800"/>
              <a:buFont typeface="Noto Sans Symbols"/>
              <a:buChar char="−"/>
            </a:pPr>
            <a:r>
              <a:rPr lang="de-DE" dirty="0"/>
              <a:t>Upload in ein Forschungsdatenmanagementsystem (FDMS)</a:t>
            </a:r>
          </a:p>
          <a:p>
            <a:pPr marL="714375" lvl="1" indent="-257175" algn="l" rtl="0">
              <a:spcBef>
                <a:spcPts val="320"/>
              </a:spcBef>
              <a:spcAft>
                <a:spcPts val="0"/>
              </a:spcAft>
              <a:buSzPts val="1600"/>
              <a:buChar char="−"/>
            </a:pPr>
            <a:r>
              <a:rPr lang="de-DE" dirty="0"/>
              <a:t>Studiendokumente</a:t>
            </a:r>
          </a:p>
          <a:p>
            <a:pPr marL="714375" lvl="1" indent="-257175" algn="l" rtl="0">
              <a:spcBef>
                <a:spcPts val="320"/>
              </a:spcBef>
              <a:spcAft>
                <a:spcPts val="0"/>
              </a:spcAft>
              <a:buSzPts val="1600"/>
              <a:buChar char="−"/>
            </a:pPr>
            <a:r>
              <a:rPr lang="de-DE" dirty="0"/>
              <a:t>Datensatz</a:t>
            </a:r>
          </a:p>
          <a:p>
            <a:pPr marL="714375" lvl="1" indent="-257175" algn="l" rtl="0">
              <a:spcBef>
                <a:spcPts val="320"/>
              </a:spcBef>
              <a:spcAft>
                <a:spcPts val="0"/>
              </a:spcAft>
              <a:buSzPts val="1600"/>
              <a:buChar char="−"/>
            </a:pPr>
            <a:r>
              <a:rPr lang="de-DE" dirty="0"/>
              <a:t>Metadaten</a:t>
            </a:r>
          </a:p>
          <a:p>
            <a:pPr marL="269875" lvl="0" indent="-269875" algn="l" rtl="0">
              <a:spcBef>
                <a:spcPts val="360"/>
              </a:spcBef>
              <a:spcAft>
                <a:spcPts val="0"/>
              </a:spcAft>
              <a:buClr>
                <a:srgbClr val="D8413E"/>
              </a:buClr>
              <a:buSzPts val="1800"/>
              <a:buFont typeface="Noto Sans Symbols"/>
              <a:buChar char="−"/>
            </a:pPr>
            <a:r>
              <a:rPr lang="de-DE" dirty="0"/>
              <a:t>Ausfüllen von Metadatenschema für eine Studie</a:t>
            </a:r>
          </a:p>
          <a:p>
            <a:pPr marL="298450" lvl="0" indent="-171450" algn="l" rtl="0">
              <a:spcBef>
                <a:spcPts val="360"/>
              </a:spcBef>
              <a:spcAft>
                <a:spcPts val="0"/>
              </a:spcAft>
              <a:buSzPts val="18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3"/>
          <p:cNvSpPr txBox="1">
            <a:spLocks noGrp="1"/>
          </p:cNvSpPr>
          <p:nvPr>
            <p:ph type="title"/>
          </p:nvPr>
        </p:nvSpPr>
        <p:spPr>
          <a:xfrm>
            <a:off x="457200" y="304799"/>
            <a:ext cx="8234363" cy="758825"/>
          </a:xfrm>
          <a:prstGeom prst="rect">
            <a:avLst/>
          </a:prstGeom>
          <a:noFill/>
          <a:ln>
            <a:noFill/>
          </a:ln>
        </p:spPr>
        <p:txBody>
          <a:bodyPr spcFirstLastPara="1" wrap="square" lIns="91425" tIns="45700" rIns="91425" bIns="45700" anchor="b" anchorCtr="0">
            <a:noAutofit/>
          </a:bodyPr>
          <a:lstStyle/>
          <a:p>
            <a:pPr lvl="0"/>
            <a:r>
              <a:rPr lang="de-DE" dirty="0"/>
              <a:t>INTRODUCTION</a:t>
            </a:r>
            <a:endParaRPr dirty="0"/>
          </a:p>
        </p:txBody>
      </p:sp>
      <p:sp>
        <p:nvSpPr>
          <p:cNvPr id="121" name="Google Shape;121;p3"/>
          <p:cNvSpPr txBox="1">
            <a:spLocks noGrp="1"/>
          </p:cNvSpPr>
          <p:nvPr>
            <p:ph type="body" idx="1"/>
          </p:nvPr>
        </p:nvSpPr>
        <p:spPr>
          <a:xfrm>
            <a:off x="457200" y="1617134"/>
            <a:ext cx="8234363" cy="2985558"/>
          </a:xfrm>
          <a:prstGeom prst="rect">
            <a:avLst/>
          </a:prstGeom>
          <a:noFill/>
          <a:ln>
            <a:noFill/>
          </a:ln>
        </p:spPr>
        <p:txBody>
          <a:bodyPr spcFirstLastPara="1" wrap="square" lIns="91425" tIns="45700" rIns="91425" bIns="45700" anchor="t" anchorCtr="0">
            <a:noAutofit/>
          </a:bodyPr>
          <a:lstStyle/>
          <a:p>
            <a:pPr fontAlgn="base"/>
            <a:r>
              <a:rPr lang="en-US" dirty="0"/>
              <a:t>Data from clinical trials often do not comply with </a:t>
            </a:r>
            <a:r>
              <a:rPr lang="en-US" b="1" dirty="0"/>
              <a:t>FAIR principles</a:t>
            </a:r>
            <a:endParaRPr lang="en-US" sz="1400" dirty="0"/>
          </a:p>
          <a:p>
            <a:pPr lvl="1" fontAlgn="base"/>
            <a:r>
              <a:rPr lang="en-US" dirty="0"/>
              <a:t>Lack of international </a:t>
            </a:r>
            <a:r>
              <a:rPr lang="en-US" b="1" dirty="0"/>
              <a:t>standards </a:t>
            </a:r>
            <a:r>
              <a:rPr lang="en-US" dirty="0"/>
              <a:t>for registration and publication</a:t>
            </a:r>
            <a:endParaRPr lang="en-US" sz="1100" dirty="0"/>
          </a:p>
          <a:p>
            <a:pPr lvl="1" fontAlgn="base"/>
            <a:r>
              <a:rPr lang="en-US" dirty="0"/>
              <a:t>Possibilities for </a:t>
            </a:r>
            <a:r>
              <a:rPr lang="en-US" b="1" dirty="0"/>
              <a:t>data use </a:t>
            </a:r>
            <a:r>
              <a:rPr lang="en-US" dirty="0"/>
              <a:t>often unclear</a:t>
            </a:r>
            <a:endParaRPr lang="en-US" sz="1100" dirty="0"/>
          </a:p>
          <a:p>
            <a:pPr lvl="1" fontAlgn="base"/>
            <a:r>
              <a:rPr lang="en-US" dirty="0"/>
              <a:t>Restrictions on </a:t>
            </a:r>
            <a:r>
              <a:rPr lang="en-US" b="1" dirty="0"/>
              <a:t>reusability</a:t>
            </a:r>
            <a:endParaRPr lang="en-US" sz="1100" dirty="0"/>
          </a:p>
          <a:p>
            <a:pPr lvl="1"/>
            <a:r>
              <a:rPr lang="en-US" dirty="0"/>
              <a:t>Databases are often not </a:t>
            </a:r>
            <a:r>
              <a:rPr lang="en-US" b="1" dirty="0"/>
              <a:t>interoperable</a:t>
            </a:r>
            <a:endParaRPr dirty="0"/>
          </a:p>
        </p:txBody>
      </p:sp>
      <p:sp>
        <p:nvSpPr>
          <p:cNvPr id="122" name="Google Shape;122;p3"/>
          <p:cNvSpPr txBox="1">
            <a:spLocks noGrp="1"/>
          </p:cNvSpPr>
          <p:nvPr>
            <p:ph type="body" idx="2"/>
          </p:nvPr>
        </p:nvSpPr>
        <p:spPr>
          <a:xfrm>
            <a:off x="457200" y="1125940"/>
            <a:ext cx="8234363" cy="377740"/>
          </a:xfrm>
          <a:prstGeom prst="rect">
            <a:avLst/>
          </a:prstGeom>
          <a:noFill/>
          <a:ln>
            <a:noFill/>
          </a:ln>
        </p:spPr>
        <p:txBody>
          <a:bodyPr spcFirstLastPara="1" wrap="square" lIns="91425" tIns="45700" rIns="91425" bIns="45700" anchor="b" anchorCtr="0">
            <a:noAutofit/>
          </a:bodyPr>
          <a:lstStyle/>
          <a:p>
            <a:pPr marL="342900" lvl="0" indent="-342900" algn="l" rtl="0">
              <a:spcBef>
                <a:spcPts val="0"/>
              </a:spcBef>
              <a:spcAft>
                <a:spcPts val="0"/>
              </a:spcAft>
              <a:buNone/>
            </a:pPr>
            <a:r>
              <a:rPr lang="en-US" dirty="0"/>
              <a:t>WHY UPLOAD TO AN FDMS?</a:t>
            </a:r>
          </a:p>
        </p:txBody>
      </p:sp>
      <p:sp>
        <p:nvSpPr>
          <p:cNvPr id="123" name="Google Shape;123;p3"/>
          <p:cNvSpPr txBox="1">
            <a:spLocks noGrp="1"/>
          </p:cNvSpPr>
          <p:nvPr>
            <p:ph type="sldNum" idx="12"/>
          </p:nvPr>
        </p:nvSpPr>
        <p:spPr>
          <a:xfrm>
            <a:off x="7948613" y="4879075"/>
            <a:ext cx="742950" cy="204716"/>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rgbClr val="D8413E"/>
              </a:buClr>
              <a:buSzPts val="1000"/>
              <a:buFont typeface="Arial"/>
              <a:buNone/>
            </a:pPr>
            <a:fld id="{00000000-1234-1234-1234-123412341234}" type="slidenum">
              <a:rPr lang="de-DE" sz="1000">
                <a:solidFill>
                  <a:srgbClr val="D8413E"/>
                </a:solidFill>
                <a:latin typeface="Arial"/>
                <a:ea typeface="Arial"/>
                <a:cs typeface="Arial"/>
                <a:sym typeface="Arial"/>
              </a:rPr>
              <a:t>3</a:t>
            </a:fld>
            <a:endParaRPr sz="1000">
              <a:solidFill>
                <a:srgbClr val="D8413E"/>
              </a:solidFill>
              <a:latin typeface="Arial"/>
              <a:ea typeface="Arial"/>
              <a:cs typeface="Arial"/>
              <a:sym typeface="Arial"/>
            </a:endParaRPr>
          </a:p>
        </p:txBody>
      </p:sp>
      <p:pic>
        <p:nvPicPr>
          <p:cNvPr id="124" name="Google Shape;124;p3" descr="Ein Bild, das Schrift, Grafiken, weiß, Design enthält.&#10;&#10;Automatisch generierte Beschreibung"/>
          <p:cNvPicPr preferRelativeResize="0"/>
          <p:nvPr/>
        </p:nvPicPr>
        <p:blipFill rotWithShape="1">
          <a:blip r:embed="rId3">
            <a:alphaModFix/>
          </a:blip>
          <a:srcRect/>
          <a:stretch/>
        </p:blipFill>
        <p:spPr>
          <a:xfrm>
            <a:off x="4989819" y="2856174"/>
            <a:ext cx="4016819" cy="1363221"/>
          </a:xfrm>
          <a:prstGeom prst="rect">
            <a:avLst/>
          </a:prstGeom>
          <a:noFill/>
          <a:ln>
            <a:noFill/>
          </a:ln>
        </p:spPr>
      </p:pic>
      <p:sp>
        <p:nvSpPr>
          <p:cNvPr id="125" name="Google Shape;125;p3"/>
          <p:cNvSpPr txBox="1"/>
          <p:nvPr/>
        </p:nvSpPr>
        <p:spPr>
          <a:xfrm>
            <a:off x="5782377" y="4329223"/>
            <a:ext cx="2971659" cy="330196"/>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None/>
            </a:pPr>
            <a:r>
              <a:rPr lang="de-DE" sz="1050">
                <a:solidFill>
                  <a:srgbClr val="7F7F7F"/>
                </a:solidFill>
                <a:latin typeface="Arial"/>
                <a:ea typeface="Arial"/>
                <a:cs typeface="Arial"/>
                <a:sym typeface="Arial"/>
              </a:rPr>
              <a:t>https://de.wikipedia.org/wiki/FAIR-Prinzipien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4"/>
          <p:cNvSpPr txBox="1">
            <a:spLocks noGrp="1"/>
          </p:cNvSpPr>
          <p:nvPr>
            <p:ph type="title"/>
          </p:nvPr>
        </p:nvSpPr>
        <p:spPr>
          <a:xfrm>
            <a:off x="457200" y="304799"/>
            <a:ext cx="8234363" cy="758825"/>
          </a:xfrm>
          <a:prstGeom prst="rect">
            <a:avLst/>
          </a:prstGeom>
          <a:noFill/>
          <a:ln>
            <a:noFill/>
          </a:ln>
        </p:spPr>
        <p:txBody>
          <a:bodyPr spcFirstLastPara="1" wrap="square" lIns="91425" tIns="45700" rIns="91425" bIns="45700" anchor="b" anchorCtr="0">
            <a:noAutofit/>
          </a:bodyPr>
          <a:lstStyle/>
          <a:p>
            <a:pPr lvl="0"/>
            <a:r>
              <a:rPr lang="de-DE" dirty="0"/>
              <a:t>INTRODUCTION</a:t>
            </a:r>
            <a:endParaRPr dirty="0"/>
          </a:p>
        </p:txBody>
      </p:sp>
      <p:sp>
        <p:nvSpPr>
          <p:cNvPr id="131" name="Google Shape;131;p4"/>
          <p:cNvSpPr txBox="1">
            <a:spLocks noGrp="1"/>
          </p:cNvSpPr>
          <p:nvPr>
            <p:ph type="body" idx="1"/>
          </p:nvPr>
        </p:nvSpPr>
        <p:spPr>
          <a:xfrm>
            <a:off x="457200" y="1617134"/>
            <a:ext cx="8234363" cy="2985558"/>
          </a:xfrm>
          <a:prstGeom prst="rect">
            <a:avLst/>
          </a:prstGeom>
          <a:noFill/>
          <a:ln>
            <a:noFill/>
          </a:ln>
        </p:spPr>
        <p:txBody>
          <a:bodyPr spcFirstLastPara="1" wrap="square" lIns="91425" tIns="45700" rIns="91425" bIns="45700" anchor="t" anchorCtr="0">
            <a:noAutofit/>
          </a:bodyPr>
          <a:lstStyle/>
          <a:p>
            <a:pPr fontAlgn="base"/>
            <a:r>
              <a:rPr lang="en-US" b="1" dirty="0"/>
              <a:t>Open source </a:t>
            </a:r>
            <a:r>
              <a:rPr lang="en-US" dirty="0"/>
              <a:t>software for data management</a:t>
            </a:r>
            <a:endParaRPr lang="en-US" sz="1400" b="1" dirty="0"/>
          </a:p>
          <a:p>
            <a:pPr fontAlgn="base"/>
            <a:r>
              <a:rPr lang="en-US" dirty="0"/>
              <a:t>Networking of complementary resources from clinical studies </a:t>
            </a:r>
            <a:endParaRPr lang="en-US" sz="1400" dirty="0"/>
          </a:p>
          <a:p>
            <a:pPr lvl="1" fontAlgn="base"/>
            <a:r>
              <a:rPr lang="en-US" dirty="0"/>
              <a:t>Study protocols, data sets, references to publications, etc.</a:t>
            </a:r>
            <a:endParaRPr lang="en-US" sz="1100" dirty="0"/>
          </a:p>
          <a:p>
            <a:pPr fontAlgn="base"/>
            <a:r>
              <a:rPr lang="en-US" dirty="0"/>
              <a:t>Project-specific </a:t>
            </a:r>
            <a:r>
              <a:rPr lang="en-US" b="1" dirty="0"/>
              <a:t>access controls </a:t>
            </a:r>
            <a:r>
              <a:rPr lang="en-US" dirty="0"/>
              <a:t>and rights assignment</a:t>
            </a:r>
            <a:endParaRPr lang="en-US" sz="1400" dirty="0"/>
          </a:p>
          <a:p>
            <a:pPr fontAlgn="base"/>
            <a:r>
              <a:rPr lang="en-US" b="1" dirty="0"/>
              <a:t>Archiving </a:t>
            </a:r>
            <a:r>
              <a:rPr lang="en-US" dirty="0"/>
              <a:t>and versioning</a:t>
            </a:r>
            <a:endParaRPr lang="en-US" sz="1400" b="1" dirty="0"/>
          </a:p>
          <a:p>
            <a:pPr lvl="1" fontAlgn="base"/>
            <a:r>
              <a:rPr lang="en-US" dirty="0"/>
              <a:t>Citation &amp; referencing</a:t>
            </a:r>
            <a:endParaRPr lang="en-US" sz="1100" dirty="0"/>
          </a:p>
        </p:txBody>
      </p:sp>
      <p:sp>
        <p:nvSpPr>
          <p:cNvPr id="132" name="Google Shape;132;p4"/>
          <p:cNvSpPr txBox="1">
            <a:spLocks noGrp="1"/>
          </p:cNvSpPr>
          <p:nvPr>
            <p:ph type="body" idx="2"/>
          </p:nvPr>
        </p:nvSpPr>
        <p:spPr>
          <a:xfrm>
            <a:off x="457200" y="1125940"/>
            <a:ext cx="8234363" cy="377740"/>
          </a:xfrm>
          <a:prstGeom prst="rect">
            <a:avLst/>
          </a:prstGeom>
          <a:noFill/>
          <a:ln>
            <a:noFill/>
          </a:ln>
        </p:spPr>
        <p:txBody>
          <a:bodyPr spcFirstLastPara="1" wrap="square" lIns="91425" tIns="45700" rIns="91425" bIns="45700" anchor="b" anchorCtr="0">
            <a:noAutofit/>
          </a:bodyPr>
          <a:lstStyle/>
          <a:p>
            <a:pPr marL="342900" lvl="0" indent="-342900" algn="l" rtl="0">
              <a:spcBef>
                <a:spcPts val="0"/>
              </a:spcBef>
              <a:spcAft>
                <a:spcPts val="0"/>
              </a:spcAft>
              <a:buNone/>
            </a:pPr>
            <a:r>
              <a:rPr lang="de-DE"/>
              <a:t>LOCAL DATA HUB (LDH)</a:t>
            </a:r>
            <a:endParaRPr/>
          </a:p>
        </p:txBody>
      </p:sp>
      <p:sp>
        <p:nvSpPr>
          <p:cNvPr id="133" name="Google Shape;133;p4"/>
          <p:cNvSpPr txBox="1">
            <a:spLocks noGrp="1"/>
          </p:cNvSpPr>
          <p:nvPr>
            <p:ph type="sldNum" idx="12"/>
          </p:nvPr>
        </p:nvSpPr>
        <p:spPr>
          <a:xfrm>
            <a:off x="7948613" y="4879075"/>
            <a:ext cx="742950" cy="204716"/>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rgbClr val="D8413E"/>
              </a:buClr>
              <a:buSzPts val="1000"/>
              <a:buFont typeface="Arial"/>
              <a:buNone/>
            </a:pPr>
            <a:fld id="{00000000-1234-1234-1234-123412341234}" type="slidenum">
              <a:rPr lang="de-DE" sz="1000">
                <a:solidFill>
                  <a:srgbClr val="D8413E"/>
                </a:solidFill>
                <a:latin typeface="Arial"/>
                <a:ea typeface="Arial"/>
                <a:cs typeface="Arial"/>
                <a:sym typeface="Arial"/>
              </a:rPr>
              <a:t>4</a:t>
            </a:fld>
            <a:endParaRPr sz="1000">
              <a:solidFill>
                <a:srgbClr val="D8413E"/>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5"/>
          <p:cNvSpPr txBox="1">
            <a:spLocks noGrp="1"/>
          </p:cNvSpPr>
          <p:nvPr>
            <p:ph type="title"/>
          </p:nvPr>
        </p:nvSpPr>
        <p:spPr>
          <a:xfrm>
            <a:off x="457200" y="304799"/>
            <a:ext cx="8234363" cy="758825"/>
          </a:xfrm>
          <a:prstGeom prst="rect">
            <a:avLst/>
          </a:prstGeom>
          <a:noFill/>
          <a:ln>
            <a:noFill/>
          </a:ln>
        </p:spPr>
        <p:txBody>
          <a:bodyPr spcFirstLastPara="1" wrap="square" lIns="91425" tIns="45700" rIns="91425" bIns="45700" anchor="b" anchorCtr="0">
            <a:normAutofit/>
          </a:bodyPr>
          <a:lstStyle/>
          <a:p>
            <a:pPr lvl="0"/>
            <a:r>
              <a:rPr lang="de-DE" dirty="0"/>
              <a:t>INTRODUCTION</a:t>
            </a:r>
            <a:endParaRPr dirty="0"/>
          </a:p>
        </p:txBody>
      </p:sp>
      <p:pic>
        <p:nvPicPr>
          <p:cNvPr id="139" name="Google Shape;139;p5" descr="Ein Bild, das Text, Screenshot, Kreis, Design enthält.&#10;&#10;Automatisch generierte Beschreibung"/>
          <p:cNvPicPr preferRelativeResize="0">
            <a:picLocks noGrp="1"/>
          </p:cNvPicPr>
          <p:nvPr>
            <p:ph type="body" idx="1"/>
          </p:nvPr>
        </p:nvPicPr>
        <p:blipFill rotWithShape="1">
          <a:blip r:embed="rId3">
            <a:alphaModFix/>
          </a:blip>
          <a:srcRect/>
          <a:stretch/>
        </p:blipFill>
        <p:spPr>
          <a:xfrm>
            <a:off x="4572000" y="557233"/>
            <a:ext cx="4006684" cy="3840215"/>
          </a:xfrm>
          <a:prstGeom prst="rect">
            <a:avLst/>
          </a:prstGeom>
          <a:noFill/>
          <a:ln>
            <a:noFill/>
          </a:ln>
        </p:spPr>
      </p:pic>
      <p:sp>
        <p:nvSpPr>
          <p:cNvPr id="140" name="Google Shape;140;p5"/>
          <p:cNvSpPr txBox="1">
            <a:spLocks noGrp="1"/>
          </p:cNvSpPr>
          <p:nvPr>
            <p:ph type="body" idx="2"/>
          </p:nvPr>
        </p:nvSpPr>
        <p:spPr>
          <a:xfrm>
            <a:off x="457200" y="1125940"/>
            <a:ext cx="8234363" cy="377740"/>
          </a:xfrm>
          <a:prstGeom prst="rect">
            <a:avLst/>
          </a:prstGeom>
          <a:noFill/>
          <a:ln>
            <a:noFill/>
          </a:ln>
        </p:spPr>
        <p:txBody>
          <a:bodyPr spcFirstLastPara="1" wrap="square" lIns="91425" tIns="45700" rIns="91425" bIns="45700" anchor="b" anchorCtr="0">
            <a:noAutofit/>
          </a:bodyPr>
          <a:lstStyle/>
          <a:p>
            <a:pPr marL="342900" lvl="0" indent="-342900" algn="l" rtl="0">
              <a:spcBef>
                <a:spcPts val="0"/>
              </a:spcBef>
              <a:spcAft>
                <a:spcPts val="0"/>
              </a:spcAft>
              <a:buNone/>
            </a:pPr>
            <a:r>
              <a:rPr lang="de-DE" dirty="0"/>
              <a:t>LDH STRUCTURE</a:t>
            </a:r>
          </a:p>
        </p:txBody>
      </p:sp>
      <p:sp>
        <p:nvSpPr>
          <p:cNvPr id="141" name="Google Shape;141;p5"/>
          <p:cNvSpPr txBox="1">
            <a:spLocks noGrp="1"/>
          </p:cNvSpPr>
          <p:nvPr>
            <p:ph type="sldNum" idx="12"/>
          </p:nvPr>
        </p:nvSpPr>
        <p:spPr>
          <a:xfrm>
            <a:off x="7948613" y="4879075"/>
            <a:ext cx="742950" cy="204716"/>
          </a:xfrm>
          <a:prstGeom prst="rect">
            <a:avLst/>
          </a:prstGeom>
          <a:noFill/>
          <a:ln>
            <a:noFill/>
          </a:ln>
        </p:spPr>
        <p:txBody>
          <a:bodyPr spcFirstLastPara="1" wrap="square" lIns="0" tIns="0" rIns="0" bIns="0" anchor="t" anchorCtr="0">
            <a:normAutofit/>
          </a:bodyPr>
          <a:lstStyle/>
          <a:p>
            <a:pPr marL="0" lvl="0" indent="0" algn="r" rtl="0">
              <a:lnSpc>
                <a:spcPct val="100000"/>
              </a:lnSpc>
              <a:spcBef>
                <a:spcPts val="0"/>
              </a:spcBef>
              <a:spcAft>
                <a:spcPts val="0"/>
              </a:spcAft>
              <a:buClr>
                <a:srgbClr val="D8413E"/>
              </a:buClr>
              <a:buSzPts val="1000"/>
              <a:buFont typeface="Calibri"/>
              <a:buNone/>
            </a:pPr>
            <a:fld id="{00000000-1234-1234-1234-123412341234}" type="slidenum">
              <a:rPr lang="de-DE" sz="1000">
                <a:solidFill>
                  <a:srgbClr val="D8413E"/>
                </a:solidFill>
              </a:rPr>
              <a:t>5</a:t>
            </a:fld>
            <a:endParaRPr sz="1000">
              <a:solidFill>
                <a:srgbClr val="D8413E"/>
              </a:solidFill>
            </a:endParaRPr>
          </a:p>
        </p:txBody>
      </p:sp>
      <p:sp>
        <p:nvSpPr>
          <p:cNvPr id="142" name="Google Shape;142;p5"/>
          <p:cNvSpPr txBox="1"/>
          <p:nvPr/>
        </p:nvSpPr>
        <p:spPr>
          <a:xfrm>
            <a:off x="5055555" y="4525176"/>
            <a:ext cx="3523129"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de-DE" sz="1000">
                <a:solidFill>
                  <a:srgbClr val="7F7F7F"/>
                </a:solidFill>
                <a:latin typeface="Calibri"/>
                <a:ea typeface="Calibri"/>
                <a:cs typeface="Calibri"/>
                <a:sym typeface="Calibri"/>
              </a:rPr>
              <a:t>https://www.nfdi4health.de/en/service/local-data-hub.html</a:t>
            </a:r>
            <a:endParaRPr/>
          </a:p>
          <a:p>
            <a:pPr marL="0" marR="0" lvl="0" indent="0" algn="l" rtl="0">
              <a:spcBef>
                <a:spcPts val="0"/>
              </a:spcBef>
              <a:spcAft>
                <a:spcPts val="0"/>
              </a:spcAft>
              <a:buNone/>
            </a:pPr>
            <a:endParaRPr sz="1800" i="0">
              <a:solidFill>
                <a:schemeClr val="dk1"/>
              </a:solidFill>
              <a:latin typeface="Arial"/>
              <a:ea typeface="Arial"/>
              <a:cs typeface="Arial"/>
              <a:sym typeface="Arial"/>
            </a:endParaRPr>
          </a:p>
        </p:txBody>
      </p:sp>
      <p:sp>
        <p:nvSpPr>
          <p:cNvPr id="143" name="Google Shape;143;p5"/>
          <p:cNvSpPr txBox="1"/>
          <p:nvPr/>
        </p:nvSpPr>
        <p:spPr>
          <a:xfrm>
            <a:off x="457200" y="1617134"/>
            <a:ext cx="4001921" cy="2985558"/>
          </a:xfrm>
          <a:prstGeom prst="rect">
            <a:avLst/>
          </a:prstGeom>
          <a:noFill/>
          <a:ln>
            <a:noFill/>
          </a:ln>
        </p:spPr>
        <p:txBody>
          <a:bodyPr spcFirstLastPara="1" wrap="square" lIns="91425" tIns="45700" rIns="91425" bIns="45700" anchor="t" anchorCtr="0">
            <a:noAutofit/>
          </a:bodyPr>
          <a:lstStyle/>
          <a:p>
            <a:pPr marL="269875" marR="0" lvl="0" indent="-269875" algn="l" rtl="0">
              <a:spcBef>
                <a:spcPts val="0"/>
              </a:spcBef>
              <a:spcAft>
                <a:spcPts val="0"/>
              </a:spcAft>
              <a:buClr>
                <a:srgbClr val="D8413E"/>
              </a:buClr>
              <a:buSzPts val="1800"/>
              <a:buFont typeface="Noto Sans Symbols"/>
              <a:buChar char="−"/>
            </a:pPr>
            <a:r>
              <a:rPr lang="en-US" sz="1800" dirty="0">
                <a:solidFill>
                  <a:schemeClr val="dk1"/>
                </a:solidFill>
                <a:latin typeface="Arial"/>
                <a:ea typeface="Arial"/>
                <a:cs typeface="Arial"/>
                <a:sym typeface="Arial"/>
              </a:rPr>
              <a:t>Direct publication of content in the NFDI4Health </a:t>
            </a:r>
            <a:r>
              <a:rPr lang="en-US" sz="1800" b="1" dirty="0">
                <a:solidFill>
                  <a:schemeClr val="dk1"/>
                </a:solidFill>
                <a:latin typeface="Arial"/>
                <a:ea typeface="Arial"/>
                <a:cs typeface="Arial"/>
                <a:sym typeface="Arial"/>
              </a:rPr>
              <a:t>German Central Health Study Hub</a:t>
            </a:r>
          </a:p>
          <a:p>
            <a:pPr marL="269875" marR="0" lvl="0" indent="-269875" algn="l" rtl="0">
              <a:spcBef>
                <a:spcPts val="0"/>
              </a:spcBef>
              <a:spcAft>
                <a:spcPts val="0"/>
              </a:spcAft>
              <a:buClr>
                <a:srgbClr val="D8413E"/>
              </a:buClr>
              <a:buSzPts val="1800"/>
              <a:buFont typeface="Noto Sans Symbols"/>
              <a:buChar char="−"/>
            </a:pPr>
            <a:r>
              <a:rPr lang="en-US" sz="1800" dirty="0">
                <a:solidFill>
                  <a:schemeClr val="dk1"/>
                </a:solidFill>
                <a:latin typeface="Arial"/>
                <a:ea typeface="Arial"/>
                <a:cs typeface="Arial"/>
                <a:sym typeface="Arial"/>
              </a:rPr>
              <a:t>NFDI4Health metadata schema for standardized publications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g36c5a7194a1_0_9"/>
          <p:cNvSpPr txBox="1">
            <a:spLocks noGrp="1"/>
          </p:cNvSpPr>
          <p:nvPr>
            <p:ph type="title"/>
          </p:nvPr>
        </p:nvSpPr>
        <p:spPr>
          <a:xfrm>
            <a:off x="457200" y="304799"/>
            <a:ext cx="8234400" cy="758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None/>
            </a:pPr>
            <a:r>
              <a:rPr lang="de-DE"/>
              <a:t>The FAIRDOM SEEK Plattform</a:t>
            </a:r>
            <a:endParaRPr/>
          </a:p>
        </p:txBody>
      </p:sp>
      <p:sp>
        <p:nvSpPr>
          <p:cNvPr id="149" name="Google Shape;149;g36c5a7194a1_0_9"/>
          <p:cNvSpPr txBox="1">
            <a:spLocks noGrp="1"/>
          </p:cNvSpPr>
          <p:nvPr>
            <p:ph type="body" idx="2"/>
          </p:nvPr>
        </p:nvSpPr>
        <p:spPr>
          <a:xfrm>
            <a:off x="457200" y="1125940"/>
            <a:ext cx="8234400" cy="377700"/>
          </a:xfrm>
          <a:prstGeom prst="rect">
            <a:avLst/>
          </a:prstGeom>
          <a:noFill/>
          <a:ln>
            <a:noFill/>
          </a:ln>
        </p:spPr>
        <p:txBody>
          <a:bodyPr spcFirstLastPara="1" wrap="square" lIns="91425" tIns="45700" rIns="91425" bIns="45700" anchor="b" anchorCtr="0">
            <a:noAutofit/>
          </a:bodyPr>
          <a:lstStyle/>
          <a:p>
            <a:pPr marL="342900" lvl="0" indent="-342900" algn="l" rtl="0">
              <a:spcBef>
                <a:spcPts val="0"/>
              </a:spcBef>
              <a:spcAft>
                <a:spcPts val="0"/>
              </a:spcAft>
              <a:buNone/>
            </a:pPr>
            <a:r>
              <a:rPr lang="de-DE"/>
              <a:t>Tooling</a:t>
            </a:r>
            <a:endParaRPr/>
          </a:p>
        </p:txBody>
      </p:sp>
      <p:sp>
        <p:nvSpPr>
          <p:cNvPr id="150" name="Google Shape;150;g36c5a7194a1_0_9"/>
          <p:cNvSpPr txBox="1">
            <a:spLocks noGrp="1"/>
          </p:cNvSpPr>
          <p:nvPr>
            <p:ph type="sldNum" idx="12"/>
          </p:nvPr>
        </p:nvSpPr>
        <p:spPr>
          <a:xfrm>
            <a:off x="7948613" y="4879075"/>
            <a:ext cx="743100" cy="204600"/>
          </a:xfrm>
          <a:prstGeom prst="rect">
            <a:avLst/>
          </a:prstGeom>
          <a:noFill/>
          <a:ln>
            <a:noFill/>
          </a:ln>
        </p:spPr>
        <p:txBody>
          <a:bodyPr spcFirstLastPara="1" wrap="square" lIns="0" tIns="0" rIns="0" bIns="0" anchor="t" anchorCtr="0">
            <a:normAutofit/>
          </a:bodyPr>
          <a:lstStyle/>
          <a:p>
            <a:pPr marL="0" lvl="0" indent="0" algn="r" rtl="0">
              <a:lnSpc>
                <a:spcPct val="100000"/>
              </a:lnSpc>
              <a:spcBef>
                <a:spcPts val="0"/>
              </a:spcBef>
              <a:spcAft>
                <a:spcPts val="0"/>
              </a:spcAft>
              <a:buClr>
                <a:srgbClr val="D8413E"/>
              </a:buClr>
              <a:buSzPts val="1000"/>
              <a:buFont typeface="Calibri"/>
              <a:buNone/>
            </a:pPr>
            <a:fld id="{00000000-1234-1234-1234-123412341234}" type="slidenum">
              <a:rPr lang="de-DE" sz="1000">
                <a:solidFill>
                  <a:srgbClr val="D8413E"/>
                </a:solidFill>
              </a:rPr>
              <a:t>6</a:t>
            </a:fld>
            <a:endParaRPr sz="1000">
              <a:solidFill>
                <a:srgbClr val="D8413E"/>
              </a:solidFill>
            </a:endParaRPr>
          </a:p>
        </p:txBody>
      </p:sp>
      <p:sp>
        <p:nvSpPr>
          <p:cNvPr id="151" name="Google Shape;151;g36c5a7194a1_0_9"/>
          <p:cNvSpPr txBox="1"/>
          <p:nvPr/>
        </p:nvSpPr>
        <p:spPr>
          <a:xfrm>
            <a:off x="5055555" y="4525176"/>
            <a:ext cx="3523200" cy="431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de-DE" sz="1000">
                <a:solidFill>
                  <a:srgbClr val="7F7F7F"/>
                </a:solidFill>
                <a:latin typeface="Calibri"/>
                <a:ea typeface="Calibri"/>
                <a:cs typeface="Calibri"/>
                <a:sym typeface="Calibri"/>
              </a:rPr>
              <a:t>https://www.nfdi4health.de/en/service/local-data-hub.html</a:t>
            </a:r>
            <a:endParaRPr/>
          </a:p>
          <a:p>
            <a:pPr marL="0" marR="0" lvl="0" indent="0" algn="l" rtl="0">
              <a:spcBef>
                <a:spcPts val="0"/>
              </a:spcBef>
              <a:spcAft>
                <a:spcPts val="0"/>
              </a:spcAft>
              <a:buNone/>
            </a:pPr>
            <a:endParaRPr sz="1800" i="0">
              <a:solidFill>
                <a:schemeClr val="dk1"/>
              </a:solidFill>
              <a:latin typeface="Arial"/>
              <a:ea typeface="Arial"/>
              <a:cs typeface="Arial"/>
              <a:sym typeface="Arial"/>
            </a:endParaRPr>
          </a:p>
        </p:txBody>
      </p:sp>
      <p:sp>
        <p:nvSpPr>
          <p:cNvPr id="152" name="Google Shape;152;g36c5a7194a1_0_9"/>
          <p:cNvSpPr txBox="1"/>
          <p:nvPr/>
        </p:nvSpPr>
        <p:spPr>
          <a:xfrm>
            <a:off x="457200" y="1617125"/>
            <a:ext cx="7640700" cy="2985600"/>
          </a:xfrm>
          <a:prstGeom prst="rect">
            <a:avLst/>
          </a:prstGeom>
          <a:noFill/>
          <a:ln>
            <a:noFill/>
          </a:ln>
        </p:spPr>
        <p:txBody>
          <a:bodyPr spcFirstLastPara="1" wrap="square" lIns="91425" tIns="45700" rIns="91425" bIns="45700" anchor="t" anchorCtr="0">
            <a:noAutofit/>
          </a:bodyPr>
          <a:lstStyle/>
          <a:p>
            <a:pPr marL="269875" marR="0" lvl="0" indent="-238125" algn="l" rtl="0">
              <a:spcBef>
                <a:spcPts val="360"/>
              </a:spcBef>
              <a:spcAft>
                <a:spcPts val="0"/>
              </a:spcAft>
              <a:buClr>
                <a:srgbClr val="D8413E"/>
              </a:buClr>
              <a:buSzPts val="1300"/>
              <a:buFont typeface="Noto Sans Symbols"/>
              <a:buChar char="−"/>
            </a:pPr>
            <a:r>
              <a:rPr lang="de-DE" sz="1300">
                <a:solidFill>
                  <a:schemeClr val="dk1"/>
                </a:solidFill>
              </a:rPr>
              <a:t>FAIRDOM-SEEK is an open source web-based cataloguing and commons platform, for sharing heterogeneous scientific research datasets, models or simulations, processes and research outcomes. It preserves associations between them, along with information about the people and organisations.</a:t>
            </a:r>
            <a:endParaRPr sz="1300">
              <a:solidFill>
                <a:schemeClr val="dk1"/>
              </a:solidFill>
            </a:endParaRPr>
          </a:p>
          <a:p>
            <a:pPr marL="269875" marR="0" lvl="0" indent="-238125" algn="l" rtl="0">
              <a:spcBef>
                <a:spcPts val="360"/>
              </a:spcBef>
              <a:spcAft>
                <a:spcPts val="0"/>
              </a:spcAft>
              <a:buClr>
                <a:srgbClr val="D8413E"/>
              </a:buClr>
              <a:buSzPts val="1300"/>
              <a:buFont typeface="Noto Sans Symbols"/>
              <a:buChar char="−"/>
            </a:pPr>
            <a:r>
              <a:rPr lang="de-DE" sz="1300">
                <a:solidFill>
                  <a:schemeClr val="dk1"/>
                </a:solidFill>
              </a:rPr>
              <a:t>Underpinning FAIRDOM-SEEK is the ISA infrastructure, a standard framework for describing how individual experiments are aggregated into wider studies and investigations. Within FAIRDOM-SEEK, ISA has been extended and is configurable to allow the structure to be used outside of Biology.</a:t>
            </a:r>
            <a:endParaRPr sz="1300">
              <a:solidFill>
                <a:schemeClr val="dk1"/>
              </a:solidFill>
            </a:endParaRPr>
          </a:p>
          <a:p>
            <a:pPr marL="269875" marR="0" lvl="0" indent="-238125" algn="l" rtl="0">
              <a:spcBef>
                <a:spcPts val="360"/>
              </a:spcBef>
              <a:spcAft>
                <a:spcPts val="0"/>
              </a:spcAft>
              <a:buClr>
                <a:srgbClr val="D8413E"/>
              </a:buClr>
              <a:buSzPts val="1300"/>
              <a:buFont typeface="Noto Sans Symbols"/>
              <a:buChar char="−"/>
            </a:pPr>
            <a:r>
              <a:rPr lang="de-DE" sz="1300">
                <a:solidFill>
                  <a:schemeClr val="dk1"/>
                </a:solidFill>
              </a:rPr>
              <a:t>Flexible and detailed sharing permissions are available to manage the catalogued items from early collaborations within projects, through to the publishing of final research results</a:t>
            </a:r>
            <a:endParaRPr sz="1300">
              <a:solidFill>
                <a:schemeClr val="dk1"/>
              </a:solidFill>
            </a:endParaRPr>
          </a:p>
        </p:txBody>
      </p:sp>
      <p:pic>
        <p:nvPicPr>
          <p:cNvPr id="153" name="Google Shape;153;g36c5a7194a1_0_9"/>
          <p:cNvPicPr preferRelativeResize="0"/>
          <p:nvPr/>
        </p:nvPicPr>
        <p:blipFill>
          <a:blip r:embed="rId3">
            <a:alphaModFix/>
          </a:blip>
          <a:stretch>
            <a:fillRect/>
          </a:stretch>
        </p:blipFill>
        <p:spPr>
          <a:xfrm>
            <a:off x="8026975" y="161849"/>
            <a:ext cx="964100" cy="964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xfrm>
            <a:off x="457200" y="287774"/>
            <a:ext cx="8234400" cy="758700"/>
          </a:xfrm>
          <a:prstGeom prst="rect">
            <a:avLst/>
          </a:prstGeom>
          <a:noFill/>
          <a:ln>
            <a:noFill/>
          </a:ln>
        </p:spPr>
        <p:txBody>
          <a:bodyPr spcFirstLastPara="1" wrap="square" lIns="91425" tIns="45700" rIns="91425" bIns="45700" anchor="b" anchorCtr="0">
            <a:noAutofit/>
          </a:bodyPr>
          <a:lstStyle/>
          <a:p>
            <a:pPr lvl="0"/>
            <a:r>
              <a:rPr lang="de-DE" dirty="0"/>
              <a:t>INTRODUCTION</a:t>
            </a:r>
            <a:endParaRPr dirty="0"/>
          </a:p>
        </p:txBody>
      </p:sp>
      <p:sp>
        <p:nvSpPr>
          <p:cNvPr id="159" name="Google Shape;159;p6"/>
          <p:cNvSpPr txBox="1">
            <a:spLocks noGrp="1"/>
          </p:cNvSpPr>
          <p:nvPr>
            <p:ph type="body" idx="2"/>
          </p:nvPr>
        </p:nvSpPr>
        <p:spPr>
          <a:xfrm>
            <a:off x="457200" y="1125940"/>
            <a:ext cx="8234363" cy="377740"/>
          </a:xfrm>
          <a:prstGeom prst="rect">
            <a:avLst/>
          </a:prstGeom>
          <a:noFill/>
          <a:ln>
            <a:noFill/>
          </a:ln>
        </p:spPr>
        <p:txBody>
          <a:bodyPr spcFirstLastPara="1" wrap="square" lIns="91425" tIns="45700" rIns="91425" bIns="45700" anchor="b" anchorCtr="0">
            <a:noAutofit/>
          </a:bodyPr>
          <a:lstStyle/>
          <a:p>
            <a:pPr marL="342900" lvl="0" indent="-342900" algn="l" rtl="0">
              <a:spcBef>
                <a:spcPts val="0"/>
              </a:spcBef>
              <a:spcAft>
                <a:spcPts val="0"/>
              </a:spcAft>
              <a:buNone/>
            </a:pPr>
            <a:r>
              <a:rPr lang="de-DE"/>
              <a:t>INVESTIGATION, STUDY, ASSAY (</a:t>
            </a:r>
            <a:r>
              <a:rPr lang="de-DE" b="1"/>
              <a:t>ISA</a:t>
            </a:r>
            <a:r>
              <a:rPr lang="de-DE"/>
              <a:t>) FRAMEWORK</a:t>
            </a:r>
            <a:endParaRPr/>
          </a:p>
        </p:txBody>
      </p:sp>
      <p:sp>
        <p:nvSpPr>
          <p:cNvPr id="160" name="Google Shape;160;p6"/>
          <p:cNvSpPr txBox="1">
            <a:spLocks noGrp="1"/>
          </p:cNvSpPr>
          <p:nvPr>
            <p:ph type="sldNum" idx="12"/>
          </p:nvPr>
        </p:nvSpPr>
        <p:spPr>
          <a:xfrm>
            <a:off x="7948613" y="4879075"/>
            <a:ext cx="742950" cy="204716"/>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rgbClr val="D8413E"/>
              </a:buClr>
              <a:buSzPts val="1000"/>
              <a:buFont typeface="Arial"/>
              <a:buNone/>
            </a:pPr>
            <a:fld id="{00000000-1234-1234-1234-123412341234}" type="slidenum">
              <a:rPr lang="de-DE" sz="1000">
                <a:solidFill>
                  <a:srgbClr val="D8413E"/>
                </a:solidFill>
                <a:latin typeface="Arial"/>
                <a:ea typeface="Arial"/>
                <a:cs typeface="Arial"/>
                <a:sym typeface="Arial"/>
              </a:rPr>
              <a:t>7</a:t>
            </a:fld>
            <a:endParaRPr sz="1000">
              <a:solidFill>
                <a:srgbClr val="D8413E"/>
              </a:solidFill>
              <a:latin typeface="Arial"/>
              <a:ea typeface="Arial"/>
              <a:cs typeface="Arial"/>
              <a:sym typeface="Arial"/>
            </a:endParaRPr>
          </a:p>
        </p:txBody>
      </p:sp>
      <p:sp>
        <p:nvSpPr>
          <p:cNvPr id="161" name="Google Shape;161;p6"/>
          <p:cNvSpPr txBox="1">
            <a:spLocks noGrp="1"/>
          </p:cNvSpPr>
          <p:nvPr>
            <p:ph type="body" idx="1"/>
          </p:nvPr>
        </p:nvSpPr>
        <p:spPr>
          <a:xfrm>
            <a:off x="457201" y="1617134"/>
            <a:ext cx="4688958" cy="2985558"/>
          </a:xfrm>
          <a:prstGeom prst="rect">
            <a:avLst/>
          </a:prstGeom>
          <a:noFill/>
          <a:ln>
            <a:noFill/>
          </a:ln>
        </p:spPr>
        <p:txBody>
          <a:bodyPr spcFirstLastPara="1" wrap="square" lIns="91425" tIns="45700" rIns="91425" bIns="45700" anchor="t" anchorCtr="0">
            <a:noAutofit/>
          </a:bodyPr>
          <a:lstStyle/>
          <a:p>
            <a:pPr marL="269875" lvl="0" indent="-269875" algn="l" rtl="0">
              <a:spcBef>
                <a:spcPts val="0"/>
              </a:spcBef>
              <a:spcAft>
                <a:spcPts val="0"/>
              </a:spcAft>
              <a:buClr>
                <a:srgbClr val="D8413E"/>
              </a:buClr>
              <a:buSzPts val="1800"/>
              <a:buFont typeface="Noto Sans Symbols"/>
              <a:buAutoNum type="arabicPeriod"/>
            </a:pPr>
            <a:r>
              <a:rPr lang="de-DE" b="1"/>
              <a:t>Investigation</a:t>
            </a:r>
            <a:endParaRPr/>
          </a:p>
          <a:p>
            <a:pPr marL="714375" lvl="1" indent="-257175" algn="l" rtl="0">
              <a:spcBef>
                <a:spcPts val="320"/>
              </a:spcBef>
              <a:spcAft>
                <a:spcPts val="0"/>
              </a:spcAft>
              <a:buSzPts val="1600"/>
              <a:buChar char="−"/>
            </a:pPr>
            <a:r>
              <a:rPr lang="de-DE"/>
              <a:t>High level concept</a:t>
            </a:r>
            <a:endParaRPr/>
          </a:p>
          <a:p>
            <a:pPr marL="714375" lvl="1" indent="-257175" algn="l" rtl="0">
              <a:spcBef>
                <a:spcPts val="320"/>
              </a:spcBef>
              <a:spcAft>
                <a:spcPts val="0"/>
              </a:spcAft>
              <a:buSzPts val="1600"/>
              <a:buChar char="−"/>
            </a:pPr>
            <a:r>
              <a:rPr lang="de-DE"/>
              <a:t>Links related studies</a:t>
            </a:r>
            <a:endParaRPr/>
          </a:p>
          <a:p>
            <a:pPr marL="269875" lvl="0" indent="-269875" algn="l" rtl="0">
              <a:spcBef>
                <a:spcPts val="360"/>
              </a:spcBef>
              <a:spcAft>
                <a:spcPts val="0"/>
              </a:spcAft>
              <a:buClr>
                <a:srgbClr val="D8413E"/>
              </a:buClr>
              <a:buSzPts val="1800"/>
              <a:buFont typeface="Noto Sans Symbols"/>
              <a:buAutoNum type="arabicPeriod"/>
            </a:pPr>
            <a:r>
              <a:rPr lang="de-DE" b="1"/>
              <a:t>Study</a:t>
            </a:r>
            <a:endParaRPr/>
          </a:p>
          <a:p>
            <a:pPr marL="714375" lvl="1" indent="-257175" algn="l" rtl="0">
              <a:spcBef>
                <a:spcPts val="320"/>
              </a:spcBef>
              <a:spcAft>
                <a:spcPts val="0"/>
              </a:spcAft>
              <a:buSzPts val="1600"/>
              <a:buChar char="−"/>
            </a:pPr>
            <a:r>
              <a:rPr lang="de-DE"/>
              <a:t>Central unit</a:t>
            </a:r>
            <a:endParaRPr/>
          </a:p>
          <a:p>
            <a:pPr marL="714375" lvl="1" indent="-257175" algn="l" rtl="0">
              <a:spcBef>
                <a:spcPts val="320"/>
              </a:spcBef>
              <a:spcAft>
                <a:spcPts val="0"/>
              </a:spcAft>
              <a:buSzPts val="1600"/>
              <a:buChar char="−"/>
            </a:pPr>
            <a:r>
              <a:rPr lang="de-DE"/>
              <a:t>Contains information on the subject</a:t>
            </a:r>
            <a:endParaRPr/>
          </a:p>
          <a:p>
            <a:pPr marL="714375" lvl="1" indent="-257175" algn="l" rtl="0">
              <a:spcBef>
                <a:spcPts val="320"/>
              </a:spcBef>
              <a:spcAft>
                <a:spcPts val="0"/>
              </a:spcAft>
              <a:buSzPts val="1600"/>
              <a:buChar char="−"/>
            </a:pPr>
            <a:r>
              <a:rPr lang="de-DE"/>
              <a:t>Has associated assays</a:t>
            </a:r>
            <a:endParaRPr/>
          </a:p>
          <a:p>
            <a:pPr marL="269875" lvl="0" indent="-269875" algn="l" rtl="0">
              <a:spcBef>
                <a:spcPts val="360"/>
              </a:spcBef>
              <a:spcAft>
                <a:spcPts val="0"/>
              </a:spcAft>
              <a:buClr>
                <a:srgbClr val="D8413E"/>
              </a:buClr>
              <a:buSzPts val="1800"/>
              <a:buFont typeface="Noto Sans Symbols"/>
              <a:buAutoNum type="arabicPeriod"/>
            </a:pPr>
            <a:r>
              <a:rPr lang="de-DE" b="1"/>
              <a:t>Assay</a:t>
            </a:r>
            <a:endParaRPr/>
          </a:p>
          <a:p>
            <a:pPr marL="714375" lvl="1" indent="-257175" algn="l" rtl="0">
              <a:spcBef>
                <a:spcPts val="320"/>
              </a:spcBef>
              <a:spcAft>
                <a:spcPts val="0"/>
              </a:spcAft>
              <a:buSzPts val="1600"/>
              <a:buChar char="−"/>
            </a:pPr>
            <a:r>
              <a:rPr lang="de-DE"/>
              <a:t>Tests performed which produce data</a:t>
            </a:r>
            <a:endParaRPr/>
          </a:p>
        </p:txBody>
      </p:sp>
      <p:pic>
        <p:nvPicPr>
          <p:cNvPr id="162" name="Google Shape;162;p6"/>
          <p:cNvPicPr preferRelativeResize="0"/>
          <p:nvPr/>
        </p:nvPicPr>
        <p:blipFill rotWithShape="1">
          <a:blip r:embed="rId3">
            <a:alphaModFix/>
          </a:blip>
          <a:srcRect/>
          <a:stretch/>
        </p:blipFill>
        <p:spPr>
          <a:xfrm>
            <a:off x="5238306" y="287767"/>
            <a:ext cx="3159638" cy="4693666"/>
          </a:xfrm>
          <a:prstGeom prst="rect">
            <a:avLst/>
          </a:prstGeom>
          <a:noFill/>
          <a:ln>
            <a:noFill/>
          </a:ln>
        </p:spPr>
      </p:pic>
      <p:sp>
        <p:nvSpPr>
          <p:cNvPr id="163" name="Google Shape;163;p6"/>
          <p:cNvSpPr txBox="1"/>
          <p:nvPr/>
        </p:nvSpPr>
        <p:spPr>
          <a:xfrm>
            <a:off x="5268924" y="4989612"/>
            <a:ext cx="264907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de-DE" sz="1000" i="0">
                <a:solidFill>
                  <a:srgbClr val="969696"/>
                </a:solidFill>
                <a:latin typeface="Arial"/>
                <a:ea typeface="Arial"/>
                <a:cs typeface="Arial"/>
                <a:sym typeface="Arial"/>
              </a:rPr>
              <a:t>https://isa-tools.org/format/specification.html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7"/>
          <p:cNvSpPr txBox="1">
            <a:spLocks noGrp="1"/>
          </p:cNvSpPr>
          <p:nvPr>
            <p:ph type="title"/>
          </p:nvPr>
        </p:nvSpPr>
        <p:spPr>
          <a:xfrm>
            <a:off x="268941" y="272746"/>
            <a:ext cx="8234363" cy="758825"/>
          </a:xfrm>
          <a:prstGeom prst="rect">
            <a:avLst/>
          </a:prstGeom>
          <a:noFill/>
          <a:ln>
            <a:noFill/>
          </a:ln>
        </p:spPr>
        <p:txBody>
          <a:bodyPr spcFirstLastPara="1" wrap="square" lIns="91425" tIns="45700" rIns="91425" bIns="45700" anchor="b" anchorCtr="0">
            <a:normAutofit/>
          </a:bodyPr>
          <a:lstStyle/>
          <a:p>
            <a:r>
              <a:rPr lang="de-DE" dirty="0"/>
              <a:t>LDH CASE STUDY</a:t>
            </a:r>
            <a:endParaRPr dirty="0"/>
          </a:p>
        </p:txBody>
      </p:sp>
      <p:pic>
        <p:nvPicPr>
          <p:cNvPr id="169" name="Google Shape;169;p7" descr="Ein Bild, das Text, Screenshot, Software, Zahl enthält.&#10;&#10;Automatisch generierte Beschreibung"/>
          <p:cNvPicPr preferRelativeResize="0"/>
          <p:nvPr/>
        </p:nvPicPr>
        <p:blipFill rotWithShape="1">
          <a:blip r:embed="rId3">
            <a:alphaModFix/>
          </a:blip>
          <a:srcRect/>
          <a:stretch/>
        </p:blipFill>
        <p:spPr>
          <a:xfrm>
            <a:off x="3304593" y="469563"/>
            <a:ext cx="5839407" cy="4204373"/>
          </a:xfrm>
          <a:prstGeom prst="rect">
            <a:avLst/>
          </a:prstGeom>
          <a:noFill/>
          <a:ln>
            <a:noFill/>
          </a:ln>
        </p:spPr>
      </p:pic>
      <p:sp>
        <p:nvSpPr>
          <p:cNvPr id="170" name="Google Shape;170;p7"/>
          <p:cNvSpPr txBox="1">
            <a:spLocks noGrp="1"/>
          </p:cNvSpPr>
          <p:nvPr>
            <p:ph type="sldNum" idx="12"/>
          </p:nvPr>
        </p:nvSpPr>
        <p:spPr>
          <a:xfrm>
            <a:off x="7948613" y="4879075"/>
            <a:ext cx="742950" cy="204716"/>
          </a:xfrm>
          <a:prstGeom prst="rect">
            <a:avLst/>
          </a:prstGeom>
          <a:noFill/>
          <a:ln>
            <a:noFill/>
          </a:ln>
        </p:spPr>
        <p:txBody>
          <a:bodyPr spcFirstLastPara="1" wrap="square" lIns="0" tIns="0" rIns="0" bIns="0" anchor="t" anchorCtr="0">
            <a:normAutofit/>
          </a:bodyPr>
          <a:lstStyle/>
          <a:p>
            <a:pPr marL="0" lvl="0" indent="0" algn="r" rtl="0">
              <a:lnSpc>
                <a:spcPct val="100000"/>
              </a:lnSpc>
              <a:spcBef>
                <a:spcPts val="0"/>
              </a:spcBef>
              <a:spcAft>
                <a:spcPts val="0"/>
              </a:spcAft>
              <a:buClr>
                <a:srgbClr val="D8413E"/>
              </a:buClr>
              <a:buSzPts val="1000"/>
              <a:buFont typeface="Calibri"/>
              <a:buNone/>
            </a:pPr>
            <a:fld id="{00000000-1234-1234-1234-123412341234}" type="slidenum">
              <a:rPr lang="de-DE" sz="1000">
                <a:solidFill>
                  <a:srgbClr val="D8413E"/>
                </a:solidFill>
              </a:rPr>
              <a:t>8</a:t>
            </a:fld>
            <a:endParaRPr sz="1000">
              <a:solidFill>
                <a:srgbClr val="D8413E"/>
              </a:solidFill>
            </a:endParaRPr>
          </a:p>
        </p:txBody>
      </p:sp>
      <p:sp>
        <p:nvSpPr>
          <p:cNvPr id="171" name="Google Shape;171;p7"/>
          <p:cNvSpPr txBox="1">
            <a:spLocks noGrp="1"/>
          </p:cNvSpPr>
          <p:nvPr>
            <p:ph type="body" idx="1"/>
          </p:nvPr>
        </p:nvSpPr>
        <p:spPr>
          <a:xfrm>
            <a:off x="457200" y="1223492"/>
            <a:ext cx="2847393" cy="3379199"/>
          </a:xfrm>
          <a:prstGeom prst="rect">
            <a:avLst/>
          </a:prstGeom>
          <a:noFill/>
          <a:ln>
            <a:noFill/>
          </a:ln>
        </p:spPr>
        <p:txBody>
          <a:bodyPr spcFirstLastPara="1" wrap="square" lIns="91425" tIns="45700" rIns="91425" bIns="45700" anchor="t" anchorCtr="0">
            <a:noAutofit/>
          </a:bodyPr>
          <a:lstStyle/>
          <a:p>
            <a:pPr marL="0" lvl="0" indent="0" algn="ctr">
              <a:spcBef>
                <a:spcPts val="0"/>
              </a:spcBef>
              <a:buNone/>
            </a:pPr>
            <a:r>
              <a:rPr lang="de-DE" dirty="0"/>
              <a:t>Name </a:t>
            </a:r>
            <a:r>
              <a:rPr lang="de-DE" dirty="0" err="1"/>
              <a:t>of</a:t>
            </a:r>
            <a:r>
              <a:rPr lang="de-DE" dirty="0"/>
              <a:t> </a:t>
            </a:r>
            <a:r>
              <a:rPr lang="de-DE" dirty="0" err="1"/>
              <a:t>the</a:t>
            </a:r>
            <a:r>
              <a:rPr lang="de-DE" dirty="0"/>
              <a:t> </a:t>
            </a:r>
            <a:r>
              <a:rPr lang="de-DE" dirty="0" err="1"/>
              <a:t>study</a:t>
            </a:r>
            <a:endParaRPr lang="de-DE" dirty="0"/>
          </a:p>
          <a:p>
            <a:pPr marL="0" lvl="0" indent="0" algn="ctr">
              <a:spcBef>
                <a:spcPts val="0"/>
              </a:spcBef>
              <a:buNone/>
            </a:pPr>
            <a:endParaRPr dirty="0"/>
          </a:p>
          <a:p>
            <a:pPr marL="0" lvl="0" indent="0" algn="ctr">
              <a:buNone/>
            </a:pPr>
            <a:r>
              <a:rPr lang="de-DE" dirty="0" err="1"/>
              <a:t>Related</a:t>
            </a:r>
            <a:r>
              <a:rPr lang="de-DE" dirty="0"/>
              <a:t> </a:t>
            </a:r>
            <a:r>
              <a:rPr lang="de-DE" dirty="0" err="1"/>
              <a:t>investigation</a:t>
            </a:r>
            <a:r>
              <a:rPr lang="de-DE" dirty="0"/>
              <a:t> and </a:t>
            </a:r>
            <a:r>
              <a:rPr lang="de-DE" dirty="0" err="1"/>
              <a:t>project</a:t>
            </a:r>
            <a:endParaRPr dirty="0"/>
          </a:p>
          <a:p>
            <a:pPr marL="0" lvl="0" indent="0" algn="ctr" rtl="0">
              <a:spcBef>
                <a:spcPts val="360"/>
              </a:spcBef>
              <a:spcAft>
                <a:spcPts val="0"/>
              </a:spcAft>
              <a:buSzPts val="1800"/>
              <a:buNone/>
            </a:pPr>
            <a:endParaRPr dirty="0"/>
          </a:p>
          <a:p>
            <a:pPr marL="0" lvl="0" indent="0" algn="ctr" rtl="0">
              <a:spcBef>
                <a:spcPts val="360"/>
              </a:spcBef>
              <a:spcAft>
                <a:spcPts val="0"/>
              </a:spcAft>
              <a:buSzPts val="1800"/>
              <a:buNone/>
            </a:pPr>
            <a:endParaRPr lang="de-DE" dirty="0"/>
          </a:p>
          <a:p>
            <a:pPr marL="0" lvl="0" indent="0" algn="ctr" rtl="0">
              <a:spcBef>
                <a:spcPts val="360"/>
              </a:spcBef>
              <a:spcAft>
                <a:spcPts val="0"/>
              </a:spcAft>
              <a:buSzPts val="1800"/>
              <a:buNone/>
            </a:pPr>
            <a:endParaRPr dirty="0"/>
          </a:p>
          <a:p>
            <a:pPr marL="0" lvl="0" indent="0" algn="ctr" rtl="0">
              <a:spcBef>
                <a:spcPts val="360"/>
              </a:spcBef>
              <a:spcAft>
                <a:spcPts val="0"/>
              </a:spcAft>
              <a:buSzPts val="1800"/>
              <a:buNone/>
            </a:pPr>
            <a:r>
              <a:rPr lang="de-DE" dirty="0"/>
              <a:t>Files </a:t>
            </a:r>
            <a:r>
              <a:rPr lang="de-DE" dirty="0" err="1"/>
              <a:t>for</a:t>
            </a:r>
            <a:r>
              <a:rPr lang="de-DE" dirty="0"/>
              <a:t> </a:t>
            </a:r>
            <a:r>
              <a:rPr lang="de-DE" dirty="0" err="1"/>
              <a:t>download</a:t>
            </a:r>
            <a:endParaRPr lang="de-DE" dirty="0"/>
          </a:p>
        </p:txBody>
      </p:sp>
      <p:cxnSp>
        <p:nvCxnSpPr>
          <p:cNvPr id="172" name="Google Shape;172;p7"/>
          <p:cNvCxnSpPr/>
          <p:nvPr/>
        </p:nvCxnSpPr>
        <p:spPr>
          <a:xfrm rot="10800000" flipH="1">
            <a:off x="2830606" y="1063624"/>
            <a:ext cx="712694" cy="388501"/>
          </a:xfrm>
          <a:prstGeom prst="straightConnector1">
            <a:avLst/>
          </a:prstGeom>
          <a:noFill/>
          <a:ln w="25400" cap="flat" cmpd="sng">
            <a:solidFill>
              <a:srgbClr val="FF5451"/>
            </a:solidFill>
            <a:prstDash val="solid"/>
            <a:round/>
            <a:headEnd type="none" w="sm" len="sm"/>
            <a:tailEnd type="triangle" w="med" len="med"/>
          </a:ln>
          <a:effectLst>
            <a:outerShdw blurRad="40000" dist="20000" dir="5400000" rotWithShape="0">
              <a:srgbClr val="000000">
                <a:alpha val="37647"/>
              </a:srgbClr>
            </a:outerShdw>
          </a:effectLst>
        </p:spPr>
      </p:cxnSp>
      <p:sp>
        <p:nvSpPr>
          <p:cNvPr id="173" name="Google Shape;173;p7"/>
          <p:cNvSpPr/>
          <p:nvPr/>
        </p:nvSpPr>
        <p:spPr>
          <a:xfrm>
            <a:off x="3247466" y="3059206"/>
            <a:ext cx="121022" cy="1391770"/>
          </a:xfrm>
          <a:prstGeom prst="leftBrace">
            <a:avLst>
              <a:gd name="adj1" fmla="val 8333"/>
              <a:gd name="adj2" fmla="val 50000"/>
            </a:avLst>
          </a:prstGeom>
          <a:noFill/>
          <a:ln w="25400" cap="flat" cmpd="sng">
            <a:solidFill>
              <a:srgbClr val="FF545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74" name="Google Shape;174;p7"/>
          <p:cNvSpPr/>
          <p:nvPr/>
        </p:nvSpPr>
        <p:spPr>
          <a:xfrm>
            <a:off x="3210462" y="1962493"/>
            <a:ext cx="151257" cy="248458"/>
          </a:xfrm>
          <a:prstGeom prst="leftBrace">
            <a:avLst>
              <a:gd name="adj1" fmla="val 8333"/>
              <a:gd name="adj2" fmla="val 50000"/>
            </a:avLst>
          </a:prstGeom>
          <a:noFill/>
          <a:ln w="25400" cap="flat" cmpd="sng">
            <a:solidFill>
              <a:srgbClr val="FF545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75" name="Google Shape;175;p7"/>
          <p:cNvSpPr txBox="1"/>
          <p:nvPr/>
        </p:nvSpPr>
        <p:spPr>
          <a:xfrm>
            <a:off x="3398724" y="4559687"/>
            <a:ext cx="264907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de-DE" sz="1000" i="0">
                <a:solidFill>
                  <a:srgbClr val="969696"/>
                </a:solidFill>
                <a:latin typeface="Arial"/>
                <a:ea typeface="Arial"/>
                <a:cs typeface="Arial"/>
                <a:sym typeface="Arial"/>
              </a:rPr>
              <a:t>https://datrav.uni-leipzig.de/ldh-milab/studies/1</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g32c7232fcc8_0_2"/>
          <p:cNvSpPr txBox="1">
            <a:spLocks noGrp="1"/>
          </p:cNvSpPr>
          <p:nvPr>
            <p:ph type="title"/>
          </p:nvPr>
        </p:nvSpPr>
        <p:spPr>
          <a:xfrm>
            <a:off x="457200" y="304799"/>
            <a:ext cx="8234400" cy="758700"/>
          </a:xfrm>
          <a:prstGeom prst="rect">
            <a:avLst/>
          </a:prstGeom>
        </p:spPr>
        <p:txBody>
          <a:bodyPr spcFirstLastPara="1" wrap="square" lIns="91425" tIns="45700" rIns="91425" bIns="45700" anchor="b" anchorCtr="0">
            <a:noAutofit/>
          </a:bodyPr>
          <a:lstStyle/>
          <a:p>
            <a:r>
              <a:rPr lang="de-DE" dirty="0" err="1"/>
              <a:t>Why</a:t>
            </a:r>
            <a:r>
              <a:rPr lang="de-DE" dirty="0"/>
              <a:t> Extended Metadata?</a:t>
            </a:r>
            <a:endParaRPr lang="de-DE" dirty="0">
              <a:effectLst/>
            </a:endParaRPr>
          </a:p>
        </p:txBody>
      </p:sp>
      <p:sp>
        <p:nvSpPr>
          <p:cNvPr id="182" name="Google Shape;182;g32c7232fcc8_0_2"/>
          <p:cNvSpPr txBox="1">
            <a:spLocks noGrp="1"/>
          </p:cNvSpPr>
          <p:nvPr>
            <p:ph type="body" idx="1"/>
          </p:nvPr>
        </p:nvSpPr>
        <p:spPr>
          <a:xfrm>
            <a:off x="457200" y="1223492"/>
            <a:ext cx="8234400" cy="3379200"/>
          </a:xfrm>
          <a:prstGeom prst="rect">
            <a:avLst/>
          </a:prstGeom>
        </p:spPr>
        <p:txBody>
          <a:bodyPr spcFirstLastPara="1" wrap="square" lIns="91425" tIns="45700" rIns="91425" bIns="45700" anchor="t" anchorCtr="0">
            <a:noAutofit/>
          </a:bodyPr>
          <a:lstStyle/>
          <a:p>
            <a:pPr fontAlgn="base"/>
            <a:r>
              <a:rPr lang="en-US" dirty="0"/>
              <a:t>Resources only have a few fixed attributes:</a:t>
            </a:r>
          </a:p>
          <a:p>
            <a:pPr marL="0" lvl="0" indent="0" algn="l" rtl="0">
              <a:spcBef>
                <a:spcPts val="360"/>
              </a:spcBef>
              <a:spcAft>
                <a:spcPts val="0"/>
              </a:spcAft>
              <a:buNone/>
            </a:pPr>
            <a:endParaRPr dirty="0"/>
          </a:p>
          <a:p>
            <a:pPr marL="0" lvl="0" indent="0" algn="l" rtl="0">
              <a:spcBef>
                <a:spcPts val="360"/>
              </a:spcBef>
              <a:spcAft>
                <a:spcPts val="0"/>
              </a:spcAft>
              <a:buNone/>
            </a:pPr>
            <a:endParaRPr dirty="0"/>
          </a:p>
          <a:p>
            <a:pPr marL="0" lvl="0" indent="0" algn="l" rtl="0">
              <a:spcBef>
                <a:spcPts val="360"/>
              </a:spcBef>
              <a:spcAft>
                <a:spcPts val="0"/>
              </a:spcAft>
              <a:buNone/>
            </a:pPr>
            <a:endParaRPr dirty="0"/>
          </a:p>
          <a:p>
            <a:pPr marL="0" lvl="0" indent="0" algn="l" rtl="0">
              <a:spcBef>
                <a:spcPts val="360"/>
              </a:spcBef>
              <a:spcAft>
                <a:spcPts val="0"/>
              </a:spcAft>
              <a:buNone/>
            </a:pPr>
            <a:endParaRPr dirty="0"/>
          </a:p>
          <a:p>
            <a:pPr marL="0" lvl="0" indent="0" algn="l" rtl="0">
              <a:spcBef>
                <a:spcPts val="360"/>
              </a:spcBef>
              <a:spcAft>
                <a:spcPts val="0"/>
              </a:spcAft>
              <a:buNone/>
            </a:pPr>
            <a:endParaRPr dirty="0"/>
          </a:p>
          <a:p>
            <a:pPr fontAlgn="base"/>
            <a:r>
              <a:rPr lang="en-US" b="1" dirty="0"/>
              <a:t>Goal</a:t>
            </a:r>
            <a:r>
              <a:rPr lang="en-US" dirty="0"/>
              <a:t>: Add your own metadata attributes</a:t>
            </a:r>
            <a:endParaRPr lang="en-US" b="1" dirty="0"/>
          </a:p>
          <a:p>
            <a:pPr fontAlgn="base"/>
            <a:r>
              <a:rPr lang="en-US" dirty="0"/>
              <a:t>Summarized as </a:t>
            </a:r>
            <a:r>
              <a:rPr lang="en-US" b="1" dirty="0"/>
              <a:t>a metadata schema </a:t>
            </a:r>
            <a:r>
              <a:rPr lang="en-US" dirty="0"/>
              <a:t>for easy import</a:t>
            </a:r>
          </a:p>
        </p:txBody>
      </p:sp>
      <p:sp>
        <p:nvSpPr>
          <p:cNvPr id="183" name="Google Shape;183;g32c7232fcc8_0_2"/>
          <p:cNvSpPr txBox="1">
            <a:spLocks noGrp="1"/>
          </p:cNvSpPr>
          <p:nvPr>
            <p:ph type="sldNum" idx="12"/>
          </p:nvPr>
        </p:nvSpPr>
        <p:spPr>
          <a:xfrm>
            <a:off x="7948613" y="4879075"/>
            <a:ext cx="743100" cy="204600"/>
          </a:xfrm>
          <a:prstGeom prst="rect">
            <a:avLst/>
          </a:prstGeom>
        </p:spPr>
        <p:txBody>
          <a:bodyPr spcFirstLastPara="1" wrap="square" lIns="0" tIns="0" rIns="0" bIns="0" anchor="t" anchorCtr="0">
            <a:noAutofit/>
          </a:bodyPr>
          <a:lstStyle/>
          <a:p>
            <a:pPr marL="0" lvl="0" indent="0" algn="r" rtl="0">
              <a:spcBef>
                <a:spcPts val="0"/>
              </a:spcBef>
              <a:spcAft>
                <a:spcPts val="0"/>
              </a:spcAft>
              <a:buClr>
                <a:srgbClr val="D8413E"/>
              </a:buClr>
              <a:buSzPts val="1000"/>
              <a:buFont typeface="Arial"/>
              <a:buNone/>
            </a:pPr>
            <a:fld id="{00000000-1234-1234-1234-123412341234}" type="slidenum">
              <a:rPr lang="de-DE"/>
              <a:t>9</a:t>
            </a:fld>
            <a:endParaRPr/>
          </a:p>
        </p:txBody>
      </p:sp>
      <p:pic>
        <p:nvPicPr>
          <p:cNvPr id="184" name="Google Shape;184;g32c7232fcc8_0_2"/>
          <p:cNvPicPr preferRelativeResize="0"/>
          <p:nvPr/>
        </p:nvPicPr>
        <p:blipFill>
          <a:blip r:embed="rId3">
            <a:alphaModFix/>
          </a:blip>
          <a:stretch>
            <a:fillRect/>
          </a:stretch>
        </p:blipFill>
        <p:spPr>
          <a:xfrm>
            <a:off x="1003738" y="1717213"/>
            <a:ext cx="3667125" cy="13620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8"/>
          <p:cNvSpPr txBox="1">
            <a:spLocks noGrp="1"/>
          </p:cNvSpPr>
          <p:nvPr>
            <p:ph type="title"/>
          </p:nvPr>
        </p:nvSpPr>
        <p:spPr>
          <a:xfrm>
            <a:off x="457200" y="304799"/>
            <a:ext cx="8234363" cy="758825"/>
          </a:xfrm>
          <a:prstGeom prst="rect">
            <a:avLst/>
          </a:prstGeom>
          <a:noFill/>
          <a:ln>
            <a:noFill/>
          </a:ln>
        </p:spPr>
        <p:txBody>
          <a:bodyPr spcFirstLastPara="1" wrap="square" lIns="91425" tIns="45700" rIns="91425" bIns="45700" anchor="b" anchorCtr="0">
            <a:noAutofit/>
          </a:bodyPr>
          <a:lstStyle/>
          <a:p>
            <a:r>
              <a:rPr lang="de-DE" dirty="0"/>
              <a:t>NFDI4HEALTH METADATA SCHEMA</a:t>
            </a:r>
            <a:endParaRPr lang="de-DE" dirty="0">
              <a:effectLst/>
            </a:endParaRPr>
          </a:p>
        </p:txBody>
      </p:sp>
      <p:sp>
        <p:nvSpPr>
          <p:cNvPr id="190" name="Google Shape;190;p8"/>
          <p:cNvSpPr txBox="1">
            <a:spLocks noGrp="1"/>
          </p:cNvSpPr>
          <p:nvPr>
            <p:ph type="body" idx="1"/>
          </p:nvPr>
        </p:nvSpPr>
        <p:spPr>
          <a:xfrm>
            <a:off x="457200" y="1223500"/>
            <a:ext cx="8234400" cy="3379200"/>
          </a:xfrm>
          <a:prstGeom prst="rect">
            <a:avLst/>
          </a:prstGeom>
          <a:noFill/>
          <a:ln>
            <a:noFill/>
          </a:ln>
        </p:spPr>
        <p:txBody>
          <a:bodyPr spcFirstLastPara="1" wrap="square" lIns="91425" tIns="45700" rIns="91425" bIns="45700" anchor="t" anchorCtr="0">
            <a:noAutofit/>
          </a:bodyPr>
          <a:lstStyle/>
          <a:p>
            <a:pPr fontAlgn="base"/>
            <a:r>
              <a:rPr lang="en-US" dirty="0"/>
              <a:t>For standardized publication on the German Central Health Study Hub</a:t>
            </a:r>
            <a:endParaRPr lang="en-US" sz="1400" dirty="0"/>
          </a:p>
          <a:p>
            <a:pPr lvl="1" fontAlgn="base"/>
            <a:r>
              <a:rPr lang="en-US" dirty="0"/>
              <a:t>Study resources</a:t>
            </a:r>
            <a:endParaRPr lang="en-US" sz="1100" dirty="0"/>
          </a:p>
          <a:p>
            <a:pPr lvl="1" fontAlgn="base"/>
            <a:r>
              <a:rPr lang="en-US" dirty="0"/>
              <a:t>Metadata</a:t>
            </a:r>
            <a:endParaRPr lang="en-US" sz="1100" dirty="0"/>
          </a:p>
          <a:p>
            <a:pPr fontAlgn="base"/>
            <a:r>
              <a:rPr lang="en-US" dirty="0"/>
              <a:t>FAIR publication of health studies</a:t>
            </a:r>
            <a:endParaRPr lang="en-US" sz="1400" dirty="0"/>
          </a:p>
        </p:txBody>
      </p:sp>
      <p:sp>
        <p:nvSpPr>
          <p:cNvPr id="191" name="Google Shape;191;p8"/>
          <p:cNvSpPr txBox="1">
            <a:spLocks noGrp="1"/>
          </p:cNvSpPr>
          <p:nvPr>
            <p:ph type="sldNum" idx="12"/>
          </p:nvPr>
        </p:nvSpPr>
        <p:spPr>
          <a:xfrm>
            <a:off x="7948613" y="4879075"/>
            <a:ext cx="742950" cy="204716"/>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Clr>
                <a:srgbClr val="D8413E"/>
              </a:buClr>
              <a:buSzPts val="1000"/>
              <a:buFont typeface="Arial"/>
              <a:buNone/>
            </a:pPr>
            <a:fld id="{00000000-1234-1234-1234-123412341234}" type="slidenum">
              <a:rPr lang="de-DE"/>
              <a:t>10</a:t>
            </a:fld>
            <a:endParaRPr/>
          </a:p>
        </p:txBody>
      </p:sp>
      <p:sp>
        <p:nvSpPr>
          <p:cNvPr id="192" name="Google Shape;192;p8"/>
          <p:cNvSpPr txBox="1"/>
          <p:nvPr/>
        </p:nvSpPr>
        <p:spPr>
          <a:xfrm>
            <a:off x="4859426" y="4802131"/>
            <a:ext cx="3744731"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de-DE" sz="1000" i="0">
                <a:solidFill>
                  <a:srgbClr val="969696"/>
                </a:solidFill>
                <a:latin typeface="Arial"/>
                <a:ea typeface="Arial"/>
                <a:cs typeface="Arial"/>
                <a:sym typeface="Arial"/>
              </a:rPr>
              <a:t>https://www.nfdi4health.de/service/datenharmonisierung-und-publikationen?format=html</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9"/>
          <p:cNvSpPr txBox="1">
            <a:spLocks noGrp="1"/>
          </p:cNvSpPr>
          <p:nvPr>
            <p:ph type="title"/>
          </p:nvPr>
        </p:nvSpPr>
        <p:spPr>
          <a:xfrm>
            <a:off x="457200" y="304799"/>
            <a:ext cx="8234363" cy="758825"/>
          </a:xfrm>
          <a:prstGeom prst="rect">
            <a:avLst/>
          </a:prstGeom>
          <a:noFill/>
          <a:ln>
            <a:noFill/>
          </a:ln>
        </p:spPr>
        <p:txBody>
          <a:bodyPr spcFirstLastPara="1" wrap="square" lIns="91425" tIns="45700" rIns="91425" bIns="45700" anchor="b" anchorCtr="0">
            <a:noAutofit/>
          </a:bodyPr>
          <a:lstStyle/>
          <a:p>
            <a:r>
              <a:rPr lang="de-DE" dirty="0"/>
              <a:t>DOCUMENTS TO BE UPLOADED</a:t>
            </a:r>
            <a:endParaRPr lang="de-DE" dirty="0">
              <a:effectLst/>
            </a:endParaRPr>
          </a:p>
        </p:txBody>
      </p:sp>
      <p:graphicFrame>
        <p:nvGraphicFramePr>
          <p:cNvPr id="198" name="Google Shape;198;p9"/>
          <p:cNvGraphicFramePr/>
          <p:nvPr>
            <p:extLst>
              <p:ext uri="{D42A27DB-BD31-4B8C-83A1-F6EECF244321}">
                <p14:modId xmlns:p14="http://schemas.microsoft.com/office/powerpoint/2010/main" val="1676754235"/>
              </p:ext>
            </p:extLst>
          </p:nvPr>
        </p:nvGraphicFramePr>
        <p:xfrm>
          <a:off x="454813" y="1282150"/>
          <a:ext cx="8234350" cy="2931210"/>
        </p:xfrm>
        <a:graphic>
          <a:graphicData uri="http://schemas.openxmlformats.org/drawingml/2006/table">
            <a:tbl>
              <a:tblPr firstRow="1" bandRow="1">
                <a:noFill/>
                <a:tableStyleId>{E82918BE-3C7F-4543-9811-B7690F1B3B27}</a:tableStyleId>
              </a:tblPr>
              <a:tblGrid>
                <a:gridCol w="3751725">
                  <a:extLst>
                    <a:ext uri="{9D8B030D-6E8A-4147-A177-3AD203B41FA5}">
                      <a16:colId xmlns:a16="http://schemas.microsoft.com/office/drawing/2014/main" val="20000"/>
                    </a:ext>
                  </a:extLst>
                </a:gridCol>
                <a:gridCol w="44826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de-DE" sz="1800" u="none" strike="noStrike" cap="none" dirty="0" err="1"/>
                        <a:t>Document</a:t>
                      </a:r>
                      <a:endParaRPr sz="1800" dirty="0"/>
                    </a:p>
                  </a:txBody>
                  <a:tcPr marL="91450" marR="91450" marT="45725" marB="45725"/>
                </a:tc>
                <a:tc>
                  <a:txBody>
                    <a:bodyPr/>
                    <a:lstStyle/>
                    <a:p>
                      <a:pPr marL="0" marR="0" lvl="0" indent="0" algn="l" rtl="0">
                        <a:spcBef>
                          <a:spcPts val="0"/>
                        </a:spcBef>
                        <a:spcAft>
                          <a:spcPts val="0"/>
                        </a:spcAft>
                        <a:buNone/>
                      </a:pPr>
                      <a:r>
                        <a:rPr lang="de-DE" sz="1800" dirty="0"/>
                        <a:t>Description</a:t>
                      </a:r>
                      <a:endParaRPr sz="1800" dirty="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de-DE" sz="1800" dirty="0"/>
                        <a:t>Research Data Management Plan (FDMP)</a:t>
                      </a:r>
                      <a:endParaRPr sz="1800" dirty="0"/>
                    </a:p>
                  </a:txBody>
                  <a:tcPr marL="91450" marR="91450" marT="45725" marB="45725"/>
                </a:tc>
                <a:tc>
                  <a:txBody>
                    <a:bodyPr/>
                    <a:lstStyle/>
                    <a:p>
                      <a:pPr rtl="0"/>
                      <a:r>
                        <a:rPr lang="en-US" sz="1800" b="0" i="0" u="none" strike="noStrike" cap="none" dirty="0">
                          <a:solidFill>
                            <a:schemeClr val="dk1"/>
                          </a:solidFill>
                          <a:effectLst/>
                          <a:latin typeface="Arial"/>
                          <a:ea typeface="Arial"/>
                          <a:cs typeface="Arial"/>
                          <a:sym typeface="Arial"/>
                        </a:rPr>
                        <a:t>How research data is created, processed, stored, and shared</a:t>
                      </a:r>
                      <a:endParaRPr lang="en-US" sz="1800" dirty="0">
                        <a:effectLst/>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de-DE" sz="1800" dirty="0"/>
                        <a:t>Study </a:t>
                      </a:r>
                      <a:r>
                        <a:rPr lang="de-DE" sz="1800" dirty="0" err="1"/>
                        <a:t>protocol</a:t>
                      </a:r>
                      <a:endParaRPr lang="de-DE" sz="1800" dirty="0"/>
                    </a:p>
                  </a:txBody>
                  <a:tcPr marL="91450" marR="91450" marT="45725" marB="45725"/>
                </a:tc>
                <a:tc>
                  <a:txBody>
                    <a:bodyPr/>
                    <a:lstStyle/>
                    <a:p>
                      <a:pPr marL="0" marR="0" lvl="0" indent="0" algn="l" rtl="0">
                        <a:spcBef>
                          <a:spcPts val="0"/>
                        </a:spcBef>
                        <a:spcAft>
                          <a:spcPts val="0"/>
                        </a:spcAft>
                        <a:buNone/>
                      </a:pPr>
                      <a:r>
                        <a:rPr lang="en-US" sz="1800" dirty="0"/>
                        <a:t>Contains the objective, design, and methodology of the study</a:t>
                      </a: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de-DE" sz="1800" dirty="0"/>
                        <a:t>Data </a:t>
                      </a:r>
                      <a:r>
                        <a:rPr lang="de-DE" sz="1800" dirty="0" err="1"/>
                        <a:t>quality</a:t>
                      </a:r>
                      <a:r>
                        <a:rPr lang="de-DE" sz="1800" dirty="0"/>
                        <a:t> </a:t>
                      </a:r>
                      <a:r>
                        <a:rPr lang="de-DE" sz="1800" dirty="0" err="1"/>
                        <a:t>rules</a:t>
                      </a:r>
                      <a:endParaRPr lang="de-DE" sz="1800" dirty="0"/>
                    </a:p>
                    <a:p>
                      <a:pPr marL="0" marR="0" lvl="0" indent="0" algn="l" rtl="0">
                        <a:spcBef>
                          <a:spcPts val="0"/>
                        </a:spcBef>
                        <a:spcAft>
                          <a:spcPts val="0"/>
                        </a:spcAft>
                        <a:buNone/>
                      </a:pPr>
                      <a:endParaRPr sz="1800" dirty="0"/>
                    </a:p>
                  </a:txBody>
                  <a:tcPr marL="91450" marR="91450" marT="45725" marB="45725"/>
                </a:tc>
                <a:tc>
                  <a:txBody>
                    <a:bodyPr/>
                    <a:lstStyle/>
                    <a:p>
                      <a:pPr marL="0" marR="0" lvl="0" indent="0" algn="l" rtl="0">
                        <a:spcBef>
                          <a:spcPts val="0"/>
                        </a:spcBef>
                        <a:spcAft>
                          <a:spcPts val="0"/>
                        </a:spcAft>
                        <a:buNone/>
                      </a:pPr>
                      <a:r>
                        <a:rPr lang="en-US" sz="1800" dirty="0"/>
                        <a:t>Standards and criteria for data quality</a:t>
                      </a: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de-DE" sz="1800" dirty="0"/>
                        <a:t>Data Dictionary</a:t>
                      </a:r>
                      <a:endParaRPr sz="1800" dirty="0"/>
                    </a:p>
                  </a:txBody>
                  <a:tcPr marL="91450" marR="91450" marT="45725" marB="45725"/>
                </a:tc>
                <a:tc>
                  <a:txBody>
                    <a:bodyPr/>
                    <a:lstStyle/>
                    <a:p>
                      <a:pPr marL="0" marR="0" lvl="0" indent="0" algn="l" rtl="0">
                        <a:spcBef>
                          <a:spcPts val="0"/>
                        </a:spcBef>
                        <a:spcAft>
                          <a:spcPts val="0"/>
                        </a:spcAft>
                        <a:buNone/>
                      </a:pPr>
                      <a:r>
                        <a:rPr lang="en-US" sz="1800" dirty="0"/>
                        <a:t>Structure and variables of the data set. Facilitates interpretation of the data</a:t>
                      </a:r>
                    </a:p>
                  </a:txBody>
                  <a:tcPr marL="91450" marR="91450" marT="45725" marB="45725"/>
                </a:tc>
                <a:extLst>
                  <a:ext uri="{0D108BD9-81ED-4DB2-BD59-A6C34878D82A}">
                    <a16:rowId xmlns:a16="http://schemas.microsoft.com/office/drawing/2014/main" val="10004"/>
                  </a:ext>
                </a:extLst>
              </a:tr>
            </a:tbl>
          </a:graphicData>
        </a:graphic>
      </p:graphicFrame>
      <p:sp>
        <p:nvSpPr>
          <p:cNvPr id="199" name="Google Shape;199;p9"/>
          <p:cNvSpPr txBox="1">
            <a:spLocks noGrp="1"/>
          </p:cNvSpPr>
          <p:nvPr>
            <p:ph type="sldNum" idx="12"/>
          </p:nvPr>
        </p:nvSpPr>
        <p:spPr>
          <a:xfrm>
            <a:off x="7948613" y="4879075"/>
            <a:ext cx="742950" cy="204716"/>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Clr>
                <a:srgbClr val="D8413E"/>
              </a:buClr>
              <a:buSzPts val="1000"/>
              <a:buFont typeface="Arial"/>
              <a:buNone/>
            </a:pPr>
            <a:fld id="{00000000-1234-1234-1234-123412341234}" type="slidenum">
              <a:rPr lang="de-DE" sz="1000">
                <a:solidFill>
                  <a:srgbClr val="D8413E"/>
                </a:solidFill>
                <a:latin typeface="Arial"/>
                <a:ea typeface="Arial"/>
                <a:cs typeface="Arial"/>
                <a:sym typeface="Arial"/>
              </a:rPr>
              <a:t>11</a:t>
            </a:fld>
            <a:endParaRPr sz="1000">
              <a:solidFill>
                <a:srgbClr val="D8413E"/>
              </a:solidFill>
              <a:latin typeface="Arial"/>
              <a:ea typeface="Arial"/>
              <a:cs typeface="Arial"/>
              <a:sym typeface="Arial"/>
            </a:endParaRPr>
          </a:p>
        </p:txBody>
      </p:sp>
      <p:sp>
        <p:nvSpPr>
          <p:cNvPr id="200" name="Google Shape;200;p9"/>
          <p:cNvSpPr txBox="1"/>
          <p:nvPr/>
        </p:nvSpPr>
        <p:spPr>
          <a:xfrm>
            <a:off x="457200" y="4289500"/>
            <a:ext cx="4310700" cy="45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de-DE" sz="1600" dirty="0"/>
              <a:t>See GitHub: Material/</a:t>
            </a:r>
            <a:r>
              <a:rPr lang="de-DE" sz="1600" dirty="0" err="1"/>
              <a:t>Study_documents</a:t>
            </a:r>
            <a:endParaRPr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0"/>
          <p:cNvSpPr txBox="1">
            <a:spLocks noGrp="1"/>
          </p:cNvSpPr>
          <p:nvPr>
            <p:ph type="title"/>
          </p:nvPr>
        </p:nvSpPr>
        <p:spPr>
          <a:xfrm>
            <a:off x="457200" y="304799"/>
            <a:ext cx="8234363" cy="758825"/>
          </a:xfrm>
          <a:prstGeom prst="rect">
            <a:avLst/>
          </a:prstGeom>
          <a:noFill/>
          <a:ln>
            <a:noFill/>
          </a:ln>
        </p:spPr>
        <p:txBody>
          <a:bodyPr spcFirstLastPara="1" wrap="square" lIns="91425" tIns="45700" rIns="91425" bIns="45700" anchor="b" anchorCtr="0">
            <a:noAutofit/>
          </a:bodyPr>
          <a:lstStyle/>
          <a:p>
            <a:r>
              <a:rPr lang="de-DE" dirty="0"/>
              <a:t>REGISTRATION LDH</a:t>
            </a:r>
            <a:endParaRPr lang="de-DE" dirty="0">
              <a:effectLst/>
            </a:endParaRPr>
          </a:p>
        </p:txBody>
      </p:sp>
      <p:sp>
        <p:nvSpPr>
          <p:cNvPr id="206" name="Google Shape;206;p10"/>
          <p:cNvSpPr txBox="1">
            <a:spLocks noGrp="1"/>
          </p:cNvSpPr>
          <p:nvPr>
            <p:ph type="sldNum" idx="12"/>
          </p:nvPr>
        </p:nvSpPr>
        <p:spPr>
          <a:xfrm>
            <a:off x="7948613" y="4879075"/>
            <a:ext cx="742950" cy="204716"/>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Clr>
                <a:srgbClr val="D8413E"/>
              </a:buClr>
              <a:buSzPts val="1000"/>
              <a:buFont typeface="Arial"/>
              <a:buNone/>
            </a:pPr>
            <a:fld id="{00000000-1234-1234-1234-123412341234}" type="slidenum">
              <a:rPr lang="de-DE"/>
              <a:t>12</a:t>
            </a:fld>
            <a:endParaRPr/>
          </a:p>
        </p:txBody>
      </p:sp>
      <p:cxnSp>
        <p:nvCxnSpPr>
          <p:cNvPr id="207" name="Google Shape;207;p10"/>
          <p:cNvCxnSpPr/>
          <p:nvPr/>
        </p:nvCxnSpPr>
        <p:spPr>
          <a:xfrm>
            <a:off x="7744550" y="1415300"/>
            <a:ext cx="268800" cy="381600"/>
          </a:xfrm>
          <a:prstGeom prst="straightConnector1">
            <a:avLst/>
          </a:prstGeom>
          <a:noFill/>
          <a:ln w="28575" cap="flat" cmpd="sng">
            <a:solidFill>
              <a:srgbClr val="FF5451"/>
            </a:solidFill>
            <a:prstDash val="solid"/>
            <a:round/>
            <a:headEnd type="stealth" w="med" len="med"/>
            <a:tailEnd type="none" w="med" len="med"/>
          </a:ln>
        </p:spPr>
      </p:cxnSp>
      <p:pic>
        <p:nvPicPr>
          <p:cNvPr id="208" name="Google Shape;208;p10"/>
          <p:cNvPicPr preferRelativeResize="0"/>
          <p:nvPr/>
        </p:nvPicPr>
        <p:blipFill>
          <a:blip r:embed="rId3">
            <a:alphaModFix/>
          </a:blip>
          <a:stretch>
            <a:fillRect/>
          </a:stretch>
        </p:blipFill>
        <p:spPr>
          <a:xfrm>
            <a:off x="667850" y="1063625"/>
            <a:ext cx="7808301" cy="3458599"/>
          </a:xfrm>
          <a:prstGeom prst="rect">
            <a:avLst/>
          </a:prstGeom>
          <a:noFill/>
          <a:ln>
            <a:noFill/>
          </a:ln>
        </p:spPr>
      </p:pic>
      <p:sp>
        <p:nvSpPr>
          <p:cNvPr id="209" name="Google Shape;209;p10"/>
          <p:cNvSpPr/>
          <p:nvPr/>
        </p:nvSpPr>
        <p:spPr>
          <a:xfrm>
            <a:off x="7948625" y="1063625"/>
            <a:ext cx="511800" cy="381600"/>
          </a:xfrm>
          <a:prstGeom prst="ellipse">
            <a:avLst/>
          </a:prstGeom>
          <a:noFill/>
          <a:ln w="28575" cap="flat" cmpd="sng">
            <a:solidFill>
              <a:srgbClr val="FF545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0" name="Google Shape;210;p10"/>
          <p:cNvSpPr txBox="1"/>
          <p:nvPr/>
        </p:nvSpPr>
        <p:spPr>
          <a:xfrm>
            <a:off x="2517788" y="4063525"/>
            <a:ext cx="4440900" cy="458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de-DE" sz="1700" b="1">
                <a:solidFill>
                  <a:schemeClr val="dk1"/>
                </a:solidFill>
              </a:rPr>
              <a:t>https://ldh.imise.uni-leipzig.de/ </a:t>
            </a:r>
            <a:endParaRPr sz="1300" b="1"/>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g36d5c74998e_0_62"/>
          <p:cNvSpPr txBox="1">
            <a:spLocks noGrp="1"/>
          </p:cNvSpPr>
          <p:nvPr>
            <p:ph type="title"/>
          </p:nvPr>
        </p:nvSpPr>
        <p:spPr>
          <a:xfrm>
            <a:off x="457200" y="304799"/>
            <a:ext cx="8234400" cy="758700"/>
          </a:xfrm>
          <a:prstGeom prst="rect">
            <a:avLst/>
          </a:prstGeom>
        </p:spPr>
        <p:txBody>
          <a:bodyPr spcFirstLastPara="1" wrap="square" lIns="91425" tIns="45700" rIns="91425" bIns="45700" anchor="b" anchorCtr="0">
            <a:noAutofit/>
          </a:bodyPr>
          <a:lstStyle/>
          <a:p>
            <a:r>
              <a:rPr lang="de-DE" dirty="0" err="1"/>
              <a:t>Exercise</a:t>
            </a:r>
            <a:r>
              <a:rPr lang="de-DE" dirty="0"/>
              <a:t>: GitHub </a:t>
            </a:r>
            <a:endParaRPr lang="de-DE" dirty="0">
              <a:effectLst/>
            </a:endParaRPr>
          </a:p>
        </p:txBody>
      </p:sp>
      <p:sp>
        <p:nvSpPr>
          <p:cNvPr id="217" name="Google Shape;217;g36d5c74998e_0_62"/>
          <p:cNvSpPr txBox="1">
            <a:spLocks noGrp="1"/>
          </p:cNvSpPr>
          <p:nvPr>
            <p:ph type="body" idx="1"/>
          </p:nvPr>
        </p:nvSpPr>
        <p:spPr>
          <a:xfrm>
            <a:off x="457200" y="1223492"/>
            <a:ext cx="8234400" cy="33792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a:p>
            <a:pPr marL="0" lvl="0" indent="0" algn="l" rtl="0">
              <a:spcBef>
                <a:spcPts val="360"/>
              </a:spcBef>
              <a:spcAft>
                <a:spcPts val="0"/>
              </a:spcAft>
              <a:buNone/>
            </a:pPr>
            <a:r>
              <a:rPr lang="de-DE" dirty="0"/>
              <a:t>GitHub</a:t>
            </a:r>
            <a:r>
              <a:rPr lang="de-DE" dirty="0">
                <a:solidFill>
                  <a:schemeClr val="accent1"/>
                </a:solidFill>
              </a:rPr>
              <a:t>: </a:t>
            </a:r>
            <a:r>
              <a:rPr lang="de-DE" b="1" u="sng" dirty="0">
                <a:solidFill>
                  <a:schemeClr val="accent1"/>
                </a:solidFill>
                <a:hlinkClick r:id="rId3">
                  <a:extLst>
                    <a:ext uri="{A12FA001-AC4F-418D-AE19-62706E023703}">
                      <ahyp:hlinkClr xmlns:ahyp="http://schemas.microsoft.com/office/drawing/2018/hyperlinkcolor" val="tx"/>
                    </a:ext>
                  </a:extLst>
                </a:hlinkClick>
              </a:rPr>
              <a:t>MI-Lab-E04-FDM</a:t>
            </a:r>
            <a:endParaRPr dirty="0">
              <a:solidFill>
                <a:schemeClr val="accent1"/>
              </a:solidFill>
            </a:endParaRPr>
          </a:p>
          <a:p>
            <a:pPr marL="0" lvl="0" indent="0" algn="l" rtl="0">
              <a:spcBef>
                <a:spcPts val="360"/>
              </a:spcBef>
              <a:spcAft>
                <a:spcPts val="0"/>
              </a:spcAft>
              <a:buNone/>
            </a:pPr>
            <a:endParaRPr dirty="0"/>
          </a:p>
          <a:p>
            <a:pPr marL="0" lvl="0" indent="0">
              <a:buNone/>
            </a:pPr>
            <a:r>
              <a:rPr lang="de-DE" b="1" dirty="0" err="1"/>
              <a:t>Exercise</a:t>
            </a:r>
            <a:r>
              <a:rPr lang="de-DE" b="1" dirty="0"/>
              <a:t> </a:t>
            </a:r>
            <a:r>
              <a:rPr lang="de-DE" b="1" dirty="0" err="1"/>
              <a:t>sheet</a:t>
            </a:r>
            <a:r>
              <a:rPr lang="de-DE" b="1" dirty="0"/>
              <a:t> </a:t>
            </a:r>
            <a:r>
              <a:rPr lang="de-DE" dirty="0" err="1"/>
              <a:t>under</a:t>
            </a:r>
            <a:r>
              <a:rPr lang="de-DE" dirty="0"/>
              <a:t> /</a:t>
            </a:r>
            <a:r>
              <a:rPr lang="de-DE" dirty="0" err="1"/>
              <a:t>Exercise</a:t>
            </a:r>
            <a:endParaRPr dirty="0"/>
          </a:p>
        </p:txBody>
      </p:sp>
      <p:sp>
        <p:nvSpPr>
          <p:cNvPr id="218" name="Google Shape;218;g36d5c74998e_0_62"/>
          <p:cNvSpPr txBox="1">
            <a:spLocks noGrp="1"/>
          </p:cNvSpPr>
          <p:nvPr>
            <p:ph type="sldNum" idx="12"/>
          </p:nvPr>
        </p:nvSpPr>
        <p:spPr>
          <a:xfrm>
            <a:off x="7948613" y="4879075"/>
            <a:ext cx="743100" cy="204600"/>
          </a:xfrm>
          <a:prstGeom prst="rect">
            <a:avLst/>
          </a:prstGeom>
        </p:spPr>
        <p:txBody>
          <a:bodyPr spcFirstLastPara="1" wrap="square" lIns="0" tIns="0" rIns="0" bIns="0" anchor="t" anchorCtr="0">
            <a:noAutofit/>
          </a:bodyPr>
          <a:lstStyle/>
          <a:p>
            <a:pPr marL="0" lvl="0" indent="0" algn="r" rtl="0">
              <a:spcBef>
                <a:spcPts val="0"/>
              </a:spcBef>
              <a:spcAft>
                <a:spcPts val="0"/>
              </a:spcAft>
              <a:buClr>
                <a:srgbClr val="D8413E"/>
              </a:buClr>
              <a:buSzPts val="1000"/>
              <a:buFont typeface="Arial"/>
              <a:buNone/>
            </a:pPr>
            <a:fld id="{00000000-1234-1234-1234-123412341234}" type="slidenum">
              <a:rPr lang="de-DE"/>
              <a:t>13</a:t>
            </a:fld>
            <a:endParaRPr/>
          </a:p>
        </p:txBody>
      </p:sp>
      <p:pic>
        <p:nvPicPr>
          <p:cNvPr id="219" name="Google Shape;219;g36d5c74998e_0_62"/>
          <p:cNvPicPr preferRelativeResize="0"/>
          <p:nvPr/>
        </p:nvPicPr>
        <p:blipFill>
          <a:blip r:embed="rId4">
            <a:alphaModFix/>
          </a:blip>
          <a:stretch>
            <a:fillRect/>
          </a:stretch>
        </p:blipFill>
        <p:spPr>
          <a:xfrm>
            <a:off x="4716055" y="597655"/>
            <a:ext cx="3823125" cy="38492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g36d5c74998e_0_2"/>
          <p:cNvSpPr txBox="1">
            <a:spLocks noGrp="1"/>
          </p:cNvSpPr>
          <p:nvPr>
            <p:ph type="title"/>
          </p:nvPr>
        </p:nvSpPr>
        <p:spPr>
          <a:xfrm>
            <a:off x="457200" y="304799"/>
            <a:ext cx="8234400" cy="758700"/>
          </a:xfrm>
          <a:prstGeom prst="rect">
            <a:avLst/>
          </a:prstGeom>
        </p:spPr>
        <p:txBody>
          <a:bodyPr spcFirstLastPara="1" wrap="square" lIns="91425" tIns="45700" rIns="91425" bIns="45700" anchor="b" anchorCtr="0">
            <a:noAutofit/>
          </a:bodyPr>
          <a:lstStyle/>
          <a:p>
            <a:r>
              <a:rPr lang="de-DE" dirty="0" err="1"/>
              <a:t>Exercise</a:t>
            </a:r>
            <a:r>
              <a:rPr lang="de-DE" dirty="0"/>
              <a:t>: Task 1</a:t>
            </a:r>
            <a:endParaRPr lang="de-DE" dirty="0">
              <a:effectLst/>
            </a:endParaRPr>
          </a:p>
        </p:txBody>
      </p:sp>
      <p:sp>
        <p:nvSpPr>
          <p:cNvPr id="226" name="Google Shape;226;g36d5c74998e_0_2"/>
          <p:cNvSpPr txBox="1">
            <a:spLocks noGrp="1"/>
          </p:cNvSpPr>
          <p:nvPr>
            <p:ph type="body" idx="1"/>
          </p:nvPr>
        </p:nvSpPr>
        <p:spPr>
          <a:xfrm>
            <a:off x="457200" y="1223492"/>
            <a:ext cx="8234400" cy="3379200"/>
          </a:xfrm>
          <a:prstGeom prst="rect">
            <a:avLst/>
          </a:prstGeom>
        </p:spPr>
        <p:txBody>
          <a:bodyPr spcFirstLastPara="1" wrap="square" lIns="91425" tIns="45700" rIns="91425" bIns="45700" anchor="t" anchorCtr="0">
            <a:noAutofit/>
          </a:bodyPr>
          <a:lstStyle/>
          <a:p>
            <a:pPr marL="114300" indent="0">
              <a:buNone/>
            </a:pPr>
            <a:r>
              <a:rPr lang="en-US" b="1" dirty="0"/>
              <a:t>Institution and project</a:t>
            </a:r>
            <a:endParaRPr lang="en-US" dirty="0"/>
          </a:p>
          <a:p>
            <a:pPr marL="114300" indent="0">
              <a:buNone/>
            </a:pPr>
            <a:r>
              <a:rPr lang="en-US" dirty="0"/>
              <a:t>Search for the institution "Institute for Medical Informatics, Statistics and Epidemiology (IMISE)".</a:t>
            </a:r>
          </a:p>
          <a:p>
            <a:pPr marL="114300" indent="0">
              <a:buNone/>
            </a:pPr>
            <a:br>
              <a:rPr lang="en-US" dirty="0"/>
            </a:br>
            <a:r>
              <a:rPr lang="en-US" b="1" dirty="0"/>
              <a:t>Question: </a:t>
            </a:r>
            <a:r>
              <a:rPr lang="en-US" dirty="0"/>
              <a:t>Which projects are listed under this institution?</a:t>
            </a:r>
            <a:endParaRPr dirty="0"/>
          </a:p>
        </p:txBody>
      </p:sp>
      <p:sp>
        <p:nvSpPr>
          <p:cNvPr id="227" name="Google Shape;227;g36d5c74998e_0_2"/>
          <p:cNvSpPr txBox="1">
            <a:spLocks noGrp="1"/>
          </p:cNvSpPr>
          <p:nvPr>
            <p:ph type="sldNum" idx="12"/>
          </p:nvPr>
        </p:nvSpPr>
        <p:spPr>
          <a:xfrm>
            <a:off x="7948613" y="4879075"/>
            <a:ext cx="743100" cy="204600"/>
          </a:xfrm>
          <a:prstGeom prst="rect">
            <a:avLst/>
          </a:prstGeom>
        </p:spPr>
        <p:txBody>
          <a:bodyPr spcFirstLastPara="1" wrap="square" lIns="0" tIns="0" rIns="0" bIns="0" anchor="t" anchorCtr="0">
            <a:noAutofit/>
          </a:bodyPr>
          <a:lstStyle/>
          <a:p>
            <a:pPr marL="0" lvl="0" indent="0" algn="r" rtl="0">
              <a:spcBef>
                <a:spcPts val="0"/>
              </a:spcBef>
              <a:spcAft>
                <a:spcPts val="0"/>
              </a:spcAft>
              <a:buClr>
                <a:srgbClr val="D8413E"/>
              </a:buClr>
              <a:buSzPts val="1000"/>
              <a:buFont typeface="Arial"/>
              <a:buNone/>
            </a:pPr>
            <a:fld id="{00000000-1234-1234-1234-123412341234}" type="slidenum">
              <a:rPr lang="de-DE"/>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g36d5c74998e_0_10"/>
          <p:cNvSpPr txBox="1">
            <a:spLocks noGrp="1"/>
          </p:cNvSpPr>
          <p:nvPr>
            <p:ph type="title"/>
          </p:nvPr>
        </p:nvSpPr>
        <p:spPr>
          <a:xfrm>
            <a:off x="457200" y="304799"/>
            <a:ext cx="8234400" cy="758700"/>
          </a:xfrm>
          <a:prstGeom prst="rect">
            <a:avLst/>
          </a:prstGeom>
        </p:spPr>
        <p:txBody>
          <a:bodyPr spcFirstLastPara="1" wrap="square" lIns="91425" tIns="45700" rIns="91425" bIns="45700" anchor="b" anchorCtr="0">
            <a:noAutofit/>
          </a:bodyPr>
          <a:lstStyle/>
          <a:p>
            <a:r>
              <a:rPr lang="de-DE" dirty="0" err="1"/>
              <a:t>Exercise</a:t>
            </a:r>
            <a:r>
              <a:rPr lang="de-DE" dirty="0"/>
              <a:t>: Task 2.1</a:t>
            </a:r>
            <a:endParaRPr lang="de-DE" dirty="0">
              <a:effectLst/>
            </a:endParaRPr>
          </a:p>
        </p:txBody>
      </p:sp>
      <p:sp>
        <p:nvSpPr>
          <p:cNvPr id="234" name="Google Shape;234;g36d5c74998e_0_10"/>
          <p:cNvSpPr txBox="1">
            <a:spLocks noGrp="1"/>
          </p:cNvSpPr>
          <p:nvPr>
            <p:ph type="body" idx="1"/>
          </p:nvPr>
        </p:nvSpPr>
        <p:spPr>
          <a:xfrm>
            <a:off x="457200" y="1223492"/>
            <a:ext cx="8234400" cy="3379200"/>
          </a:xfrm>
          <a:prstGeom prst="rect">
            <a:avLst/>
          </a:prstGeom>
        </p:spPr>
        <p:txBody>
          <a:bodyPr spcFirstLastPara="1" wrap="square" lIns="91425" tIns="45700" rIns="91425" bIns="45700" anchor="t" anchorCtr="0">
            <a:noAutofit/>
          </a:bodyPr>
          <a:lstStyle/>
          <a:p>
            <a:pPr marL="114300" indent="0">
              <a:buNone/>
            </a:pPr>
            <a:r>
              <a:rPr lang="de-DE" b="1" dirty="0" err="1"/>
              <a:t>Creating</a:t>
            </a:r>
            <a:r>
              <a:rPr lang="de-DE" b="1" dirty="0"/>
              <a:t> an </a:t>
            </a:r>
            <a:r>
              <a:rPr lang="de-DE" b="1" dirty="0" err="1"/>
              <a:t>investigation</a:t>
            </a:r>
            <a:endParaRPr lang="de-DE" dirty="0"/>
          </a:p>
          <a:p>
            <a:pPr marL="114300" indent="0">
              <a:buNone/>
            </a:pPr>
            <a:r>
              <a:rPr lang="de-DE" dirty="0"/>
              <a:t>Add a </a:t>
            </a:r>
            <a:r>
              <a:rPr lang="de-DE" dirty="0" err="1"/>
              <a:t>new</a:t>
            </a:r>
            <a:r>
              <a:rPr lang="de-DE" dirty="0"/>
              <a:t> </a:t>
            </a:r>
            <a:r>
              <a:rPr lang="de-DE" dirty="0" err="1"/>
              <a:t>investigation</a:t>
            </a:r>
            <a:r>
              <a:rPr lang="de-DE" dirty="0"/>
              <a:t> </a:t>
            </a:r>
            <a:r>
              <a:rPr lang="de-DE" dirty="0" err="1"/>
              <a:t>called</a:t>
            </a:r>
            <a:r>
              <a:rPr lang="de-DE" dirty="0"/>
              <a:t> "Medical Information Mart </a:t>
            </a:r>
            <a:r>
              <a:rPr lang="de-DE" dirty="0" err="1"/>
              <a:t>for</a:t>
            </a:r>
            <a:r>
              <a:rPr lang="de-DE" dirty="0"/>
              <a:t> Intensive Care (MIMIC)-IV" </a:t>
            </a:r>
            <a:r>
              <a:rPr lang="de-DE" dirty="0" err="1"/>
              <a:t>to</a:t>
            </a:r>
            <a:r>
              <a:rPr lang="de-DE" dirty="0"/>
              <a:t> </a:t>
            </a:r>
            <a:r>
              <a:rPr lang="de-DE" dirty="0" err="1"/>
              <a:t>the</a:t>
            </a:r>
            <a:r>
              <a:rPr lang="de-DE" dirty="0"/>
              <a:t> "MI-Lab" </a:t>
            </a:r>
            <a:r>
              <a:rPr lang="de-DE" dirty="0" err="1"/>
              <a:t>project</a:t>
            </a:r>
            <a:r>
              <a:rPr lang="de-DE" dirty="0"/>
              <a:t>.</a:t>
            </a:r>
          </a:p>
          <a:p>
            <a:pPr marL="114300" indent="0">
              <a:buNone/>
            </a:pPr>
            <a:endParaRPr lang="de-DE" dirty="0"/>
          </a:p>
          <a:p>
            <a:pPr marL="114300" indent="0">
              <a:buNone/>
            </a:pPr>
            <a:r>
              <a:rPr lang="de-DE" b="1" dirty="0"/>
              <a:t>Extended </a:t>
            </a:r>
            <a:r>
              <a:rPr lang="de-DE" b="1" dirty="0" err="1"/>
              <a:t>metadata</a:t>
            </a:r>
            <a:r>
              <a:rPr lang="de-DE" b="1" dirty="0"/>
              <a:t> </a:t>
            </a:r>
            <a:r>
              <a:rPr lang="de-DE" b="1" dirty="0" err="1"/>
              <a:t>schema</a:t>
            </a:r>
            <a:endParaRPr lang="de-DE" dirty="0"/>
          </a:p>
          <a:p>
            <a:pPr marL="114300" indent="0">
              <a:buNone/>
            </a:pPr>
            <a:r>
              <a:rPr lang="de-DE" dirty="0"/>
              <a:t>Select </a:t>
            </a:r>
            <a:r>
              <a:rPr lang="de-DE" dirty="0" err="1"/>
              <a:t>the</a:t>
            </a:r>
            <a:r>
              <a:rPr lang="de-DE" dirty="0"/>
              <a:t> </a:t>
            </a:r>
            <a:r>
              <a:rPr lang="de-DE" dirty="0" err="1"/>
              <a:t>extended</a:t>
            </a:r>
            <a:r>
              <a:rPr lang="de-DE" dirty="0"/>
              <a:t> </a:t>
            </a:r>
            <a:r>
              <a:rPr lang="de-DE" dirty="0" err="1"/>
              <a:t>metadata</a:t>
            </a:r>
            <a:r>
              <a:rPr lang="de-DE" dirty="0"/>
              <a:t> </a:t>
            </a:r>
            <a:r>
              <a:rPr lang="de-DE" dirty="0" err="1"/>
              <a:t>schema</a:t>
            </a:r>
            <a:r>
              <a:rPr lang="de-DE" dirty="0"/>
              <a:t> "</a:t>
            </a:r>
            <a:r>
              <a:rPr lang="de-DE" b="1" dirty="0"/>
              <a:t>MIAPPE </a:t>
            </a:r>
            <a:r>
              <a:rPr lang="de-DE" b="1" dirty="0" err="1"/>
              <a:t>metadata</a:t>
            </a:r>
            <a:r>
              <a:rPr lang="de-DE" b="1" dirty="0"/>
              <a:t> v1.1</a:t>
            </a:r>
            <a:r>
              <a:rPr lang="de-DE" dirty="0"/>
              <a:t>."</a:t>
            </a:r>
          </a:p>
          <a:p>
            <a:pPr marL="114300" indent="0">
              <a:buNone/>
            </a:pPr>
            <a:r>
              <a:rPr lang="de-DE" dirty="0"/>
              <a:t>Add </a:t>
            </a:r>
            <a:r>
              <a:rPr lang="de-DE" dirty="0" err="1"/>
              <a:t>the</a:t>
            </a:r>
            <a:r>
              <a:rPr lang="de-DE" dirty="0"/>
              <a:t> </a:t>
            </a:r>
            <a:r>
              <a:rPr lang="de-DE" dirty="0" err="1"/>
              <a:t>required</a:t>
            </a:r>
            <a:r>
              <a:rPr lang="de-DE" dirty="0"/>
              <a:t> </a:t>
            </a:r>
            <a:r>
              <a:rPr lang="de-DE" dirty="0" err="1"/>
              <a:t>metadata</a:t>
            </a:r>
            <a:r>
              <a:rPr lang="de-DE" dirty="0"/>
              <a:t> </a:t>
            </a:r>
            <a:r>
              <a:rPr lang="de-DE" dirty="0" err="1"/>
              <a:t>for</a:t>
            </a:r>
            <a:r>
              <a:rPr lang="de-DE" dirty="0"/>
              <a:t> </a:t>
            </a:r>
            <a:r>
              <a:rPr lang="de-DE" dirty="0" err="1"/>
              <a:t>the</a:t>
            </a:r>
            <a:r>
              <a:rPr lang="de-DE" dirty="0"/>
              <a:t> </a:t>
            </a:r>
            <a:r>
              <a:rPr lang="de-DE" dirty="0" err="1"/>
              <a:t>investigation</a:t>
            </a:r>
            <a:r>
              <a:rPr lang="de-DE" dirty="0"/>
              <a:t>.</a:t>
            </a:r>
            <a:endParaRPr lang="de-DE" dirty="0">
              <a:effectLst/>
            </a:endParaRPr>
          </a:p>
        </p:txBody>
      </p:sp>
      <p:sp>
        <p:nvSpPr>
          <p:cNvPr id="235" name="Google Shape;235;g36d5c74998e_0_10"/>
          <p:cNvSpPr txBox="1">
            <a:spLocks noGrp="1"/>
          </p:cNvSpPr>
          <p:nvPr>
            <p:ph type="sldNum" idx="12"/>
          </p:nvPr>
        </p:nvSpPr>
        <p:spPr>
          <a:xfrm>
            <a:off x="7948613" y="4879075"/>
            <a:ext cx="743100" cy="204600"/>
          </a:xfrm>
          <a:prstGeom prst="rect">
            <a:avLst/>
          </a:prstGeom>
        </p:spPr>
        <p:txBody>
          <a:bodyPr spcFirstLastPara="1" wrap="square" lIns="0" tIns="0" rIns="0" bIns="0" anchor="t" anchorCtr="0">
            <a:noAutofit/>
          </a:bodyPr>
          <a:lstStyle/>
          <a:p>
            <a:pPr marL="0" lvl="0" indent="0" algn="r" rtl="0">
              <a:spcBef>
                <a:spcPts val="0"/>
              </a:spcBef>
              <a:spcAft>
                <a:spcPts val="0"/>
              </a:spcAft>
              <a:buClr>
                <a:srgbClr val="D8413E"/>
              </a:buClr>
              <a:buSzPts val="1000"/>
              <a:buFont typeface="Arial"/>
              <a:buNone/>
            </a:pPr>
            <a:fld id="{00000000-1234-1234-1234-123412341234}" type="slidenum">
              <a:rPr lang="de-DE"/>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g36d5c74998e_0_19"/>
          <p:cNvSpPr txBox="1">
            <a:spLocks noGrp="1"/>
          </p:cNvSpPr>
          <p:nvPr>
            <p:ph type="title"/>
          </p:nvPr>
        </p:nvSpPr>
        <p:spPr>
          <a:xfrm>
            <a:off x="457200" y="304799"/>
            <a:ext cx="8234400" cy="758700"/>
          </a:xfrm>
          <a:prstGeom prst="rect">
            <a:avLst/>
          </a:prstGeom>
        </p:spPr>
        <p:txBody>
          <a:bodyPr spcFirstLastPara="1" wrap="square" lIns="91425" tIns="45700" rIns="91425" bIns="45700" anchor="b" anchorCtr="0">
            <a:noAutofit/>
          </a:bodyPr>
          <a:lstStyle/>
          <a:p>
            <a:r>
              <a:rPr lang="de-DE" dirty="0" err="1"/>
              <a:t>Exercise</a:t>
            </a:r>
            <a:r>
              <a:rPr lang="de-DE" dirty="0"/>
              <a:t>: Task 2.2</a:t>
            </a:r>
            <a:endParaRPr lang="de-DE" dirty="0">
              <a:effectLst/>
            </a:endParaRPr>
          </a:p>
        </p:txBody>
      </p:sp>
      <p:sp>
        <p:nvSpPr>
          <p:cNvPr id="242" name="Google Shape;242;g36d5c74998e_0_19"/>
          <p:cNvSpPr txBox="1">
            <a:spLocks noGrp="1"/>
          </p:cNvSpPr>
          <p:nvPr>
            <p:ph type="body" idx="1"/>
          </p:nvPr>
        </p:nvSpPr>
        <p:spPr>
          <a:xfrm>
            <a:off x="457200" y="1223492"/>
            <a:ext cx="8234400" cy="3379200"/>
          </a:xfrm>
          <a:prstGeom prst="rect">
            <a:avLst/>
          </a:prstGeom>
        </p:spPr>
        <p:txBody>
          <a:bodyPr spcFirstLastPara="1" wrap="square" lIns="91425" tIns="45700" rIns="91425" bIns="45700" anchor="t" anchorCtr="0">
            <a:noAutofit/>
          </a:bodyPr>
          <a:lstStyle/>
          <a:p>
            <a:pPr marL="114300" indent="0">
              <a:buNone/>
            </a:pPr>
            <a:r>
              <a:rPr lang="en-US" b="1" dirty="0"/>
              <a:t>Access rights</a:t>
            </a:r>
            <a:endParaRPr lang="en-US" dirty="0"/>
          </a:p>
          <a:p>
            <a:pPr marL="114300" indent="0">
              <a:buNone/>
            </a:pPr>
            <a:r>
              <a:rPr lang="en-US" dirty="0"/>
              <a:t>Configure the access rights for this investigation so that only people from your project can access it.</a:t>
            </a:r>
          </a:p>
          <a:p>
            <a:pPr marL="0" lvl="0" indent="0" algn="l" rtl="0">
              <a:spcBef>
                <a:spcPts val="360"/>
              </a:spcBef>
              <a:spcAft>
                <a:spcPts val="0"/>
              </a:spcAft>
              <a:buNone/>
            </a:pPr>
            <a:endParaRPr dirty="0"/>
          </a:p>
          <a:p>
            <a:pPr marL="114300" indent="0">
              <a:buNone/>
            </a:pPr>
            <a:r>
              <a:rPr lang="en-US" b="1" dirty="0"/>
              <a:t>Questions</a:t>
            </a:r>
            <a:endParaRPr lang="en-US" dirty="0"/>
          </a:p>
          <a:p>
            <a:pPr fontAlgn="base">
              <a:buFont typeface="+mj-lt"/>
              <a:buAutoNum type="arabicPeriod"/>
            </a:pPr>
            <a:r>
              <a:rPr lang="en-US" dirty="0"/>
              <a:t>Why are there access rights for clinical studies?</a:t>
            </a:r>
          </a:p>
          <a:p>
            <a:pPr fontAlgn="base">
              <a:buFont typeface="+mj-lt"/>
              <a:buAutoNum type="arabicPeriod"/>
            </a:pPr>
            <a:r>
              <a:rPr lang="en-US" dirty="0"/>
              <a:t>Why should you not make all data from a clinical trial openly available?</a:t>
            </a:r>
          </a:p>
          <a:p>
            <a:pPr marL="0" lvl="0" indent="0" algn="l" rtl="0">
              <a:spcBef>
                <a:spcPts val="360"/>
              </a:spcBef>
              <a:spcAft>
                <a:spcPts val="0"/>
              </a:spcAft>
              <a:buNone/>
            </a:pPr>
            <a:endParaRPr dirty="0"/>
          </a:p>
        </p:txBody>
      </p:sp>
      <p:sp>
        <p:nvSpPr>
          <p:cNvPr id="243" name="Google Shape;243;g36d5c74998e_0_19"/>
          <p:cNvSpPr txBox="1">
            <a:spLocks noGrp="1"/>
          </p:cNvSpPr>
          <p:nvPr>
            <p:ph type="sldNum" idx="12"/>
          </p:nvPr>
        </p:nvSpPr>
        <p:spPr>
          <a:xfrm>
            <a:off x="7948613" y="4879075"/>
            <a:ext cx="743100" cy="204600"/>
          </a:xfrm>
          <a:prstGeom prst="rect">
            <a:avLst/>
          </a:prstGeom>
        </p:spPr>
        <p:txBody>
          <a:bodyPr spcFirstLastPara="1" wrap="square" lIns="0" tIns="0" rIns="0" bIns="0" anchor="t" anchorCtr="0">
            <a:noAutofit/>
          </a:bodyPr>
          <a:lstStyle/>
          <a:p>
            <a:pPr marL="0" lvl="0" indent="0" algn="r" rtl="0">
              <a:spcBef>
                <a:spcPts val="0"/>
              </a:spcBef>
              <a:spcAft>
                <a:spcPts val="0"/>
              </a:spcAft>
              <a:buClr>
                <a:srgbClr val="D8413E"/>
              </a:buClr>
              <a:buSzPts val="1000"/>
              <a:buFont typeface="Arial"/>
              <a:buNone/>
            </a:pPr>
            <a:fld id="{00000000-1234-1234-1234-123412341234}" type="slidenum">
              <a:rPr lang="de-DE"/>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36d5c74998e_0_27"/>
          <p:cNvSpPr txBox="1">
            <a:spLocks noGrp="1"/>
          </p:cNvSpPr>
          <p:nvPr>
            <p:ph type="title"/>
          </p:nvPr>
        </p:nvSpPr>
        <p:spPr>
          <a:xfrm>
            <a:off x="457200" y="304799"/>
            <a:ext cx="8234400" cy="758700"/>
          </a:xfrm>
          <a:prstGeom prst="rect">
            <a:avLst/>
          </a:prstGeom>
        </p:spPr>
        <p:txBody>
          <a:bodyPr spcFirstLastPara="1" wrap="square" lIns="91425" tIns="45700" rIns="91425" bIns="45700" anchor="b" anchorCtr="0">
            <a:noAutofit/>
          </a:bodyPr>
          <a:lstStyle/>
          <a:p>
            <a:r>
              <a:rPr lang="de-DE" dirty="0" err="1"/>
              <a:t>Exercise</a:t>
            </a:r>
            <a:r>
              <a:rPr lang="de-DE" dirty="0"/>
              <a:t>: Task 3</a:t>
            </a:r>
            <a:endParaRPr lang="de-DE" dirty="0">
              <a:effectLst/>
            </a:endParaRPr>
          </a:p>
        </p:txBody>
      </p:sp>
      <p:sp>
        <p:nvSpPr>
          <p:cNvPr id="250" name="Google Shape;250;g36d5c74998e_0_27"/>
          <p:cNvSpPr txBox="1">
            <a:spLocks noGrp="1"/>
          </p:cNvSpPr>
          <p:nvPr>
            <p:ph type="body" idx="1"/>
          </p:nvPr>
        </p:nvSpPr>
        <p:spPr>
          <a:xfrm>
            <a:off x="457200" y="1223492"/>
            <a:ext cx="8234400" cy="3379200"/>
          </a:xfrm>
          <a:prstGeom prst="rect">
            <a:avLst/>
          </a:prstGeom>
        </p:spPr>
        <p:txBody>
          <a:bodyPr spcFirstLastPara="1" wrap="square" lIns="91425" tIns="45700" rIns="91425" bIns="45700" anchor="t" anchorCtr="0">
            <a:noAutofit/>
          </a:bodyPr>
          <a:lstStyle/>
          <a:p>
            <a:pPr marL="114300" indent="0">
              <a:buNone/>
            </a:pPr>
            <a:r>
              <a:rPr lang="en-US" b="1" dirty="0"/>
              <a:t>Creating a study</a:t>
            </a:r>
          </a:p>
          <a:p>
            <a:pPr marL="114300" indent="0">
              <a:buNone/>
            </a:pPr>
            <a:r>
              <a:rPr lang="en-US" dirty="0"/>
              <a:t>Add a new study called "MIMIC IV Study" under the investigation you have already created.</a:t>
            </a:r>
            <a:br>
              <a:rPr lang="en-US" dirty="0"/>
            </a:br>
            <a:endParaRPr lang="en-US" dirty="0"/>
          </a:p>
          <a:p>
            <a:pPr marL="114300" indent="0">
              <a:buNone/>
            </a:pPr>
            <a:r>
              <a:rPr lang="en-US" b="1" dirty="0"/>
              <a:t>3.1 Extended metadata schema</a:t>
            </a:r>
            <a:endParaRPr lang="en-US" dirty="0"/>
          </a:p>
          <a:p>
            <a:pPr marL="114300" indent="0">
              <a:buNone/>
            </a:pPr>
            <a:r>
              <a:rPr lang="en-US" dirty="0"/>
              <a:t>Select the extended metadata schema "</a:t>
            </a:r>
            <a:r>
              <a:rPr lang="en-US" b="1" dirty="0"/>
              <a:t>MIMCT Metadata V0.7 for object type </a:t>
            </a:r>
            <a:r>
              <a:rPr lang="en-US" dirty="0"/>
              <a:t>Study" and add the required metadata.</a:t>
            </a:r>
            <a:br>
              <a:rPr lang="en-US" dirty="0"/>
            </a:br>
            <a:endParaRPr lang="en-US" dirty="0"/>
          </a:p>
          <a:p>
            <a:pPr marL="114300" indent="0">
              <a:buNone/>
            </a:pPr>
            <a:r>
              <a:rPr lang="en-US" b="1" dirty="0"/>
              <a:t>3.2 Access rights</a:t>
            </a:r>
            <a:endParaRPr lang="en-US" dirty="0"/>
          </a:p>
          <a:p>
            <a:pPr marL="114300" indent="0">
              <a:buNone/>
            </a:pPr>
            <a:r>
              <a:rPr lang="en-US" dirty="0"/>
              <a:t>Define the access rights for the study so that only people from your project can access it.</a:t>
            </a:r>
            <a:endParaRPr lang="en-US" dirty="0">
              <a:effectLst/>
            </a:endParaRPr>
          </a:p>
        </p:txBody>
      </p:sp>
      <p:sp>
        <p:nvSpPr>
          <p:cNvPr id="251" name="Google Shape;251;g36d5c74998e_0_27"/>
          <p:cNvSpPr txBox="1">
            <a:spLocks noGrp="1"/>
          </p:cNvSpPr>
          <p:nvPr>
            <p:ph type="sldNum" idx="12"/>
          </p:nvPr>
        </p:nvSpPr>
        <p:spPr>
          <a:xfrm>
            <a:off x="7948613" y="4879075"/>
            <a:ext cx="743100" cy="204600"/>
          </a:xfrm>
          <a:prstGeom prst="rect">
            <a:avLst/>
          </a:prstGeom>
        </p:spPr>
        <p:txBody>
          <a:bodyPr spcFirstLastPara="1" wrap="square" lIns="0" tIns="0" rIns="0" bIns="0" anchor="t" anchorCtr="0">
            <a:noAutofit/>
          </a:bodyPr>
          <a:lstStyle/>
          <a:p>
            <a:pPr marL="0" lvl="0" indent="0" algn="r" rtl="0">
              <a:spcBef>
                <a:spcPts val="0"/>
              </a:spcBef>
              <a:spcAft>
                <a:spcPts val="0"/>
              </a:spcAft>
              <a:buClr>
                <a:srgbClr val="D8413E"/>
              </a:buClr>
              <a:buSzPts val="1000"/>
              <a:buFont typeface="Arial"/>
              <a:buNone/>
            </a:pPr>
            <a:fld id="{00000000-1234-1234-1234-123412341234}" type="slidenum">
              <a:rPr lang="de-DE"/>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g36d5c74998e_0_37"/>
          <p:cNvSpPr txBox="1">
            <a:spLocks noGrp="1"/>
          </p:cNvSpPr>
          <p:nvPr>
            <p:ph type="title"/>
          </p:nvPr>
        </p:nvSpPr>
        <p:spPr>
          <a:xfrm>
            <a:off x="457200" y="304799"/>
            <a:ext cx="8234400" cy="758700"/>
          </a:xfrm>
          <a:prstGeom prst="rect">
            <a:avLst/>
          </a:prstGeom>
        </p:spPr>
        <p:txBody>
          <a:bodyPr spcFirstLastPara="1" wrap="square" lIns="91425" tIns="45700" rIns="91425" bIns="45700" anchor="b" anchorCtr="0">
            <a:noAutofit/>
          </a:bodyPr>
          <a:lstStyle/>
          <a:p>
            <a:r>
              <a:rPr lang="de-DE" dirty="0" err="1"/>
              <a:t>Exercise</a:t>
            </a:r>
            <a:r>
              <a:rPr lang="de-DE" dirty="0"/>
              <a:t>: Task 4.1</a:t>
            </a:r>
            <a:endParaRPr lang="de-DE" dirty="0">
              <a:effectLst/>
            </a:endParaRPr>
          </a:p>
        </p:txBody>
      </p:sp>
      <p:sp>
        <p:nvSpPr>
          <p:cNvPr id="258" name="Google Shape;258;g36d5c74998e_0_37"/>
          <p:cNvSpPr txBox="1">
            <a:spLocks noGrp="1"/>
          </p:cNvSpPr>
          <p:nvPr>
            <p:ph type="body" idx="1"/>
          </p:nvPr>
        </p:nvSpPr>
        <p:spPr>
          <a:xfrm>
            <a:off x="457200" y="1223492"/>
            <a:ext cx="8234400" cy="3379200"/>
          </a:xfrm>
          <a:prstGeom prst="rect">
            <a:avLst/>
          </a:prstGeom>
        </p:spPr>
        <p:txBody>
          <a:bodyPr spcFirstLastPara="1" wrap="square" lIns="91425" tIns="45700" rIns="91425" bIns="45700" anchor="t" anchorCtr="0">
            <a:noAutofit/>
          </a:bodyPr>
          <a:lstStyle/>
          <a:p>
            <a:pPr marL="114300" indent="0">
              <a:buNone/>
            </a:pPr>
            <a:r>
              <a:rPr lang="en-US" b="1" dirty="0"/>
              <a:t>Creating an experimental assay</a:t>
            </a:r>
            <a:endParaRPr lang="en-US" dirty="0"/>
          </a:p>
          <a:p>
            <a:pPr marL="114300" indent="0">
              <a:buNone/>
            </a:pPr>
            <a:r>
              <a:rPr lang="en-US" dirty="0"/>
              <a:t>Add a new experimental assay called "MIMIC IV Clinical Dataset" to your study. Then upload the following files that are available for this study:</a:t>
            </a:r>
          </a:p>
          <a:p>
            <a:pPr marL="114300" indent="0">
              <a:buNone/>
            </a:pPr>
            <a:br>
              <a:rPr lang="en-US" dirty="0"/>
            </a:br>
            <a:endParaRPr lang="en-US" dirty="0"/>
          </a:p>
          <a:p>
            <a:pPr marL="114300" indent="0">
              <a:buNone/>
            </a:pPr>
            <a:r>
              <a:rPr lang="en-US" b="1" dirty="0"/>
              <a:t>4.1 Publications</a:t>
            </a:r>
            <a:endParaRPr lang="en-US" dirty="0"/>
          </a:p>
          <a:p>
            <a:pPr marL="114300" indent="0">
              <a:buNone/>
            </a:pPr>
            <a:r>
              <a:rPr lang="en-US" dirty="0"/>
              <a:t>Click Create and add several publications. The PubMed IDs are:</a:t>
            </a:r>
          </a:p>
          <a:p>
            <a:pPr marL="114300" indent="0">
              <a:buNone/>
            </a:pPr>
            <a:r>
              <a:rPr lang="en-US" b="1" dirty="0"/>
              <a:t>	36596836 </a:t>
            </a:r>
            <a:r>
              <a:rPr lang="en-US" dirty="0"/>
              <a:t>and</a:t>
            </a:r>
            <a:r>
              <a:rPr lang="en-US" b="1" dirty="0"/>
              <a:t> 36688534</a:t>
            </a:r>
            <a:endParaRPr lang="en-US" dirty="0"/>
          </a:p>
          <a:p>
            <a:pPr marL="114300" indent="0">
              <a:buNone/>
            </a:pPr>
            <a:r>
              <a:rPr lang="en-US" dirty="0"/>
              <a:t>Link the publications to the study you have already created.</a:t>
            </a:r>
            <a:endParaRPr lang="en-US" dirty="0">
              <a:effectLst/>
            </a:endParaRPr>
          </a:p>
        </p:txBody>
      </p:sp>
      <p:sp>
        <p:nvSpPr>
          <p:cNvPr id="259" name="Google Shape;259;g36d5c74998e_0_37"/>
          <p:cNvSpPr txBox="1">
            <a:spLocks noGrp="1"/>
          </p:cNvSpPr>
          <p:nvPr>
            <p:ph type="sldNum" idx="12"/>
          </p:nvPr>
        </p:nvSpPr>
        <p:spPr>
          <a:xfrm>
            <a:off x="7948613" y="4879075"/>
            <a:ext cx="743100" cy="204600"/>
          </a:xfrm>
          <a:prstGeom prst="rect">
            <a:avLst/>
          </a:prstGeom>
        </p:spPr>
        <p:txBody>
          <a:bodyPr spcFirstLastPara="1" wrap="square" lIns="0" tIns="0" rIns="0" bIns="0" anchor="t" anchorCtr="0">
            <a:noAutofit/>
          </a:bodyPr>
          <a:lstStyle/>
          <a:p>
            <a:pPr marL="0" lvl="0" indent="0" algn="r" rtl="0">
              <a:spcBef>
                <a:spcPts val="0"/>
              </a:spcBef>
              <a:spcAft>
                <a:spcPts val="0"/>
              </a:spcAft>
              <a:buClr>
                <a:srgbClr val="D8413E"/>
              </a:buClr>
              <a:buSzPts val="1000"/>
              <a:buFont typeface="Arial"/>
              <a:buNone/>
            </a:pPr>
            <a:fld id="{00000000-1234-1234-1234-123412341234}" type="slidenum">
              <a:rPr lang="de-DE"/>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g36d5c74998e_0_46"/>
          <p:cNvSpPr txBox="1">
            <a:spLocks noGrp="1"/>
          </p:cNvSpPr>
          <p:nvPr>
            <p:ph type="title"/>
          </p:nvPr>
        </p:nvSpPr>
        <p:spPr>
          <a:xfrm>
            <a:off x="457200" y="304799"/>
            <a:ext cx="8234400" cy="758700"/>
          </a:xfrm>
          <a:prstGeom prst="rect">
            <a:avLst/>
          </a:prstGeom>
        </p:spPr>
        <p:txBody>
          <a:bodyPr spcFirstLastPara="1" wrap="square" lIns="91425" tIns="45700" rIns="91425" bIns="45700" anchor="b" anchorCtr="0">
            <a:noAutofit/>
          </a:bodyPr>
          <a:lstStyle/>
          <a:p>
            <a:r>
              <a:rPr lang="de-DE" dirty="0" err="1"/>
              <a:t>Exercise</a:t>
            </a:r>
            <a:r>
              <a:rPr lang="de-DE" dirty="0"/>
              <a:t>: Task 4.2</a:t>
            </a:r>
            <a:endParaRPr lang="de-DE" dirty="0">
              <a:effectLst/>
            </a:endParaRPr>
          </a:p>
        </p:txBody>
      </p:sp>
      <p:sp>
        <p:nvSpPr>
          <p:cNvPr id="266" name="Google Shape;266;g36d5c74998e_0_46"/>
          <p:cNvSpPr txBox="1">
            <a:spLocks noGrp="1"/>
          </p:cNvSpPr>
          <p:nvPr>
            <p:ph type="body" idx="1"/>
          </p:nvPr>
        </p:nvSpPr>
        <p:spPr>
          <a:xfrm>
            <a:off x="457200" y="1223492"/>
            <a:ext cx="8234400" cy="3379200"/>
          </a:xfrm>
          <a:prstGeom prst="rect">
            <a:avLst/>
          </a:prstGeom>
        </p:spPr>
        <p:txBody>
          <a:bodyPr spcFirstLastPara="1" wrap="square" lIns="91425" tIns="45700" rIns="91425" bIns="45700" anchor="t" anchorCtr="0">
            <a:noAutofit/>
          </a:bodyPr>
          <a:lstStyle/>
          <a:p>
            <a:pPr marL="114300" indent="0">
              <a:buNone/>
            </a:pPr>
            <a:r>
              <a:rPr lang="en-US" b="1" dirty="0"/>
              <a:t>Documents</a:t>
            </a:r>
            <a:endParaRPr lang="en-US" dirty="0"/>
          </a:p>
          <a:p>
            <a:pPr marL="114300" indent="0">
              <a:buNone/>
            </a:pPr>
            <a:r>
              <a:rPr lang="en-US" dirty="0"/>
              <a:t>Add several documents to the experimental assay you have already created. These can be found in </a:t>
            </a:r>
            <a:r>
              <a:rPr lang="en-US" b="1" dirty="0"/>
              <a:t>GitHub </a:t>
            </a:r>
            <a:r>
              <a:rPr lang="en-US" dirty="0"/>
              <a:t>under "Material/</a:t>
            </a:r>
            <a:r>
              <a:rPr lang="en-US" dirty="0" err="1"/>
              <a:t>Study_documents</a:t>
            </a:r>
            <a:r>
              <a:rPr lang="en-US" dirty="0"/>
              <a:t>":</a:t>
            </a:r>
          </a:p>
          <a:p>
            <a:pPr fontAlgn="base"/>
            <a:r>
              <a:rPr lang="en-US" sz="1200" dirty="0"/>
              <a:t>MIMIC IV FDMP</a:t>
            </a:r>
          </a:p>
          <a:p>
            <a:pPr fontAlgn="base"/>
            <a:r>
              <a:rPr lang="en-US" sz="1200" dirty="0"/>
              <a:t>MIMIC IV study protocol</a:t>
            </a:r>
          </a:p>
          <a:p>
            <a:pPr fontAlgn="base"/>
            <a:r>
              <a:rPr lang="en-US" sz="1200" dirty="0"/>
              <a:t>MIMIC IV Data Quality Rules</a:t>
            </a:r>
          </a:p>
          <a:p>
            <a:pPr fontAlgn="base"/>
            <a:r>
              <a:rPr lang="en-US" sz="1200" dirty="0"/>
              <a:t>MIMIC IV Data Dictionary</a:t>
            </a:r>
          </a:p>
          <a:p>
            <a:pPr marL="114300" indent="0">
              <a:buNone/>
            </a:pPr>
            <a:r>
              <a:rPr lang="en-US" dirty="0"/>
              <a:t>Edit the access rights for the files.</a:t>
            </a:r>
          </a:p>
          <a:p>
            <a:pPr marL="114300" indent="0">
              <a:buNone/>
            </a:pPr>
            <a:r>
              <a:rPr lang="en-US" b="1" dirty="0"/>
              <a:t>Questions: </a:t>
            </a:r>
            <a:endParaRPr lang="en-US" dirty="0"/>
          </a:p>
          <a:p>
            <a:pPr fontAlgn="base">
              <a:buFont typeface="+mj-lt"/>
              <a:buAutoNum type="arabicPeriod"/>
            </a:pPr>
            <a:r>
              <a:rPr lang="en-US" dirty="0"/>
              <a:t>Why should these documents be uploaded in addition to the data set?</a:t>
            </a:r>
          </a:p>
          <a:p>
            <a:pPr fontAlgn="base">
              <a:buFont typeface="+mj-lt"/>
              <a:buAutoNum type="arabicPeriod"/>
            </a:pPr>
            <a:r>
              <a:rPr lang="en-US" dirty="0"/>
              <a:t>What are these documents used for in a clinical study?</a:t>
            </a:r>
          </a:p>
        </p:txBody>
      </p:sp>
      <p:sp>
        <p:nvSpPr>
          <p:cNvPr id="267" name="Google Shape;267;g36d5c74998e_0_46"/>
          <p:cNvSpPr txBox="1">
            <a:spLocks noGrp="1"/>
          </p:cNvSpPr>
          <p:nvPr>
            <p:ph type="sldNum" idx="12"/>
          </p:nvPr>
        </p:nvSpPr>
        <p:spPr>
          <a:xfrm>
            <a:off x="7948613" y="4879075"/>
            <a:ext cx="743100" cy="204600"/>
          </a:xfrm>
          <a:prstGeom prst="rect">
            <a:avLst/>
          </a:prstGeom>
        </p:spPr>
        <p:txBody>
          <a:bodyPr spcFirstLastPara="1" wrap="square" lIns="0" tIns="0" rIns="0" bIns="0" anchor="t" anchorCtr="0">
            <a:noAutofit/>
          </a:bodyPr>
          <a:lstStyle/>
          <a:p>
            <a:pPr marL="0" lvl="0" indent="0" algn="r" rtl="0">
              <a:spcBef>
                <a:spcPts val="0"/>
              </a:spcBef>
              <a:spcAft>
                <a:spcPts val="0"/>
              </a:spcAft>
              <a:buClr>
                <a:srgbClr val="D8413E"/>
              </a:buClr>
              <a:buSzPts val="1000"/>
              <a:buFont typeface="Arial"/>
              <a:buNone/>
            </a:pPr>
            <a:fld id="{00000000-1234-1234-1234-123412341234}" type="slidenum">
              <a:rPr lang="de-DE"/>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g36d5c74998e_0_54"/>
          <p:cNvSpPr txBox="1">
            <a:spLocks noGrp="1"/>
          </p:cNvSpPr>
          <p:nvPr>
            <p:ph type="title"/>
          </p:nvPr>
        </p:nvSpPr>
        <p:spPr>
          <a:xfrm>
            <a:off x="457200" y="304799"/>
            <a:ext cx="8234400" cy="758700"/>
          </a:xfrm>
          <a:prstGeom prst="rect">
            <a:avLst/>
          </a:prstGeom>
        </p:spPr>
        <p:txBody>
          <a:bodyPr spcFirstLastPara="1" wrap="square" lIns="91425" tIns="45700" rIns="91425" bIns="45700" anchor="b" anchorCtr="0">
            <a:noAutofit/>
          </a:bodyPr>
          <a:lstStyle/>
          <a:p>
            <a:r>
              <a:rPr lang="de-DE" dirty="0" err="1"/>
              <a:t>Exercise</a:t>
            </a:r>
            <a:r>
              <a:rPr lang="de-DE" dirty="0"/>
              <a:t>: Task 4.3</a:t>
            </a:r>
            <a:endParaRPr lang="de-DE" dirty="0">
              <a:effectLst/>
            </a:endParaRPr>
          </a:p>
        </p:txBody>
      </p:sp>
      <p:sp>
        <p:nvSpPr>
          <p:cNvPr id="274" name="Google Shape;274;g36d5c74998e_0_54"/>
          <p:cNvSpPr txBox="1">
            <a:spLocks noGrp="1"/>
          </p:cNvSpPr>
          <p:nvPr>
            <p:ph type="body" idx="1"/>
          </p:nvPr>
        </p:nvSpPr>
        <p:spPr>
          <a:xfrm>
            <a:off x="457200" y="1223492"/>
            <a:ext cx="8234400" cy="3379200"/>
          </a:xfrm>
          <a:prstGeom prst="rect">
            <a:avLst/>
          </a:prstGeom>
        </p:spPr>
        <p:txBody>
          <a:bodyPr spcFirstLastPara="1" wrap="square" lIns="91425" tIns="45700" rIns="91425" bIns="45700" anchor="t" anchorCtr="0">
            <a:noAutofit/>
          </a:bodyPr>
          <a:lstStyle/>
          <a:p>
            <a:pPr marL="114300" indent="0">
              <a:buNone/>
            </a:pPr>
            <a:r>
              <a:rPr lang="en-US" b="1" dirty="0"/>
              <a:t>Data</a:t>
            </a:r>
            <a:endParaRPr lang="en-US" dirty="0"/>
          </a:p>
          <a:p>
            <a:pPr marL="114300" indent="0">
              <a:buNone/>
            </a:pPr>
            <a:r>
              <a:rPr lang="en-US" dirty="0"/>
              <a:t>Add the MIMIC IV data set to the experimental assay you have already created. This can be found in </a:t>
            </a:r>
            <a:r>
              <a:rPr lang="en-US" b="1" dirty="0"/>
              <a:t>GitHub </a:t>
            </a:r>
            <a:r>
              <a:rPr lang="en-US" dirty="0"/>
              <a:t>under "Material/Dataset":</a:t>
            </a:r>
          </a:p>
          <a:p>
            <a:pPr marL="114300" indent="0">
              <a:buNone/>
            </a:pPr>
            <a:r>
              <a:rPr lang="en-US" dirty="0"/>
              <a:t>	MIMIC_IV_Dataset.csv</a:t>
            </a:r>
            <a:endParaRPr lang="en-US" dirty="0">
              <a:effectLst/>
            </a:endParaRPr>
          </a:p>
        </p:txBody>
      </p:sp>
      <p:sp>
        <p:nvSpPr>
          <p:cNvPr id="275" name="Google Shape;275;g36d5c74998e_0_54"/>
          <p:cNvSpPr txBox="1">
            <a:spLocks noGrp="1"/>
          </p:cNvSpPr>
          <p:nvPr>
            <p:ph type="sldNum" idx="12"/>
          </p:nvPr>
        </p:nvSpPr>
        <p:spPr>
          <a:xfrm>
            <a:off x="7948613" y="4879075"/>
            <a:ext cx="743100" cy="204600"/>
          </a:xfrm>
          <a:prstGeom prst="rect">
            <a:avLst/>
          </a:prstGeom>
        </p:spPr>
        <p:txBody>
          <a:bodyPr spcFirstLastPara="1" wrap="square" lIns="0" tIns="0" rIns="0" bIns="0" anchor="t" anchorCtr="0">
            <a:noAutofit/>
          </a:bodyPr>
          <a:lstStyle/>
          <a:p>
            <a:pPr marL="0" lvl="0" indent="0" algn="r" rtl="0">
              <a:spcBef>
                <a:spcPts val="0"/>
              </a:spcBef>
              <a:spcAft>
                <a:spcPts val="0"/>
              </a:spcAft>
              <a:buClr>
                <a:srgbClr val="D8413E"/>
              </a:buClr>
              <a:buSzPts val="1000"/>
              <a:buFont typeface="Arial"/>
              <a:buNone/>
            </a:pPr>
            <a:fld id="{00000000-1234-1234-1234-123412341234}" type="slidenum">
              <a:rPr lang="de-DE"/>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12"/>
          <p:cNvSpPr txBox="1">
            <a:spLocks noGrp="1"/>
          </p:cNvSpPr>
          <p:nvPr>
            <p:ph type="ctrTitle"/>
          </p:nvPr>
        </p:nvSpPr>
        <p:spPr>
          <a:xfrm>
            <a:off x="365125" y="1584325"/>
            <a:ext cx="7985125" cy="56197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de-DE"/>
              <a:t>THANK YOU!</a:t>
            </a:r>
            <a:endParaRPr dirty="0"/>
          </a:p>
        </p:txBody>
      </p:sp>
      <p:sp>
        <p:nvSpPr>
          <p:cNvPr id="281" name="Google Shape;281;p12"/>
          <p:cNvSpPr txBox="1">
            <a:spLocks noGrp="1"/>
          </p:cNvSpPr>
          <p:nvPr>
            <p:ph type="body" idx="1"/>
          </p:nvPr>
        </p:nvSpPr>
        <p:spPr>
          <a:xfrm>
            <a:off x="365125" y="2449513"/>
            <a:ext cx="6924675" cy="2457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600"/>
              <a:buNone/>
            </a:pPr>
            <a:r>
              <a:rPr lang="de-DE" sz="1600" b="1">
                <a:latin typeface="Arial"/>
                <a:ea typeface="Arial"/>
                <a:cs typeface="Arial"/>
                <a:sym typeface="Arial"/>
              </a:rPr>
              <a:t>Mona Perbix</a:t>
            </a:r>
            <a:endParaRPr/>
          </a:p>
          <a:p>
            <a:pPr marL="0" lvl="0" indent="0" algn="l" rtl="0">
              <a:spcBef>
                <a:spcPts val="320"/>
              </a:spcBef>
              <a:spcAft>
                <a:spcPts val="0"/>
              </a:spcAft>
              <a:buClr>
                <a:schemeClr val="dk1"/>
              </a:buClr>
              <a:buSzPts val="1600"/>
              <a:buNone/>
            </a:pPr>
            <a:r>
              <a:rPr lang="de-DE" sz="1600">
                <a:latin typeface="Arial"/>
                <a:ea typeface="Arial"/>
                <a:cs typeface="Arial"/>
                <a:sym typeface="Arial"/>
              </a:rPr>
              <a:t>Institut für Medizinische Informatik, Statistik und Epidemiologie (IMISE)</a:t>
            </a:r>
            <a:endParaRPr/>
          </a:p>
          <a:p>
            <a:pPr marL="0" lvl="0" indent="0" algn="l" rtl="0">
              <a:lnSpc>
                <a:spcPct val="110000"/>
              </a:lnSpc>
              <a:spcBef>
                <a:spcPts val="320"/>
              </a:spcBef>
              <a:spcAft>
                <a:spcPts val="0"/>
              </a:spcAft>
              <a:buClr>
                <a:schemeClr val="dk1"/>
              </a:buClr>
              <a:buSzPts val="1600"/>
              <a:buNone/>
            </a:pPr>
            <a:r>
              <a:rPr lang="de-DE" sz="1600">
                <a:latin typeface="Arial"/>
                <a:ea typeface="Arial"/>
                <a:cs typeface="Arial"/>
                <a:sym typeface="Arial"/>
              </a:rPr>
              <a:t>www.imise.uni-leipzig.de</a:t>
            </a:r>
            <a:endParaRPr>
              <a:latin typeface="Arial"/>
              <a:ea typeface="Arial"/>
              <a:cs typeface="Arial"/>
              <a:sym typeface="Arial"/>
            </a:endParaRPr>
          </a:p>
          <a:p>
            <a:pPr marL="0" lvl="0" indent="0" algn="l" rtl="0">
              <a:spcBef>
                <a:spcPts val="220"/>
              </a:spcBef>
              <a:spcAft>
                <a:spcPts val="0"/>
              </a:spcAft>
              <a:buClr>
                <a:schemeClr val="dk1"/>
              </a:buClr>
              <a:buSzPts val="1100"/>
              <a:buNone/>
            </a:pPr>
            <a:endParaRPr>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2018-09-13-Vorlage 16 zu 9 - MF">
  <a:themeElements>
    <a:clrScheme name="mf">
      <a:dk1>
        <a:srgbClr val="000000"/>
      </a:dk1>
      <a:lt1>
        <a:srgbClr val="FFFFFF"/>
      </a:lt1>
      <a:dk2>
        <a:srgbClr val="262A31"/>
      </a:dk2>
      <a:lt2>
        <a:srgbClr val="E7E6E6"/>
      </a:lt2>
      <a:accent1>
        <a:srgbClr val="008AC9"/>
      </a:accent1>
      <a:accent2>
        <a:srgbClr val="00A7D6"/>
      </a:accent2>
      <a:accent3>
        <a:srgbClr val="FF5451"/>
      </a:accent3>
      <a:accent4>
        <a:srgbClr val="8AC2D1"/>
      </a:accent4>
      <a:accent5>
        <a:srgbClr val="262A31"/>
      </a:accent5>
      <a:accent6>
        <a:srgbClr val="FFFFFF"/>
      </a:accent6>
      <a:hlink>
        <a:srgbClr val="8AC2D1"/>
      </a:hlink>
      <a:folHlink>
        <a:srgbClr val="B02F2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ster2_UniLeipzig_PPT Vorlage">
  <a:themeElements>
    <a:clrScheme name="MF 2018">
      <a:dk1>
        <a:srgbClr val="000000"/>
      </a:dk1>
      <a:lt1>
        <a:srgbClr val="FFFFFF"/>
      </a:lt1>
      <a:dk2>
        <a:srgbClr val="262A31"/>
      </a:dk2>
      <a:lt2>
        <a:srgbClr val="FFFFFF"/>
      </a:lt2>
      <a:accent1>
        <a:srgbClr val="008AC9"/>
      </a:accent1>
      <a:accent2>
        <a:srgbClr val="00A7D6"/>
      </a:accent2>
      <a:accent3>
        <a:srgbClr val="8AC2D1"/>
      </a:accent3>
      <a:accent4>
        <a:srgbClr val="FFFFFF"/>
      </a:accent4>
      <a:accent5>
        <a:srgbClr val="FFFFFF"/>
      </a:accent5>
      <a:accent6>
        <a:srgbClr val="FFFFFF"/>
      </a:accent6>
      <a:hlink>
        <a:srgbClr val="FFFFFF"/>
      </a:hlink>
      <a:folHlink>
        <a:srgbClr val="008AC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975</Words>
  <Application>Microsoft Office PowerPoint</Application>
  <PresentationFormat>Bildschirmpräsentation (16:9)</PresentationFormat>
  <Paragraphs>171</Paragraphs>
  <Slides>21</Slides>
  <Notes>21</Notes>
  <HiddenSlides>0</HiddenSlides>
  <MMClips>0</MMClips>
  <ScaleCrop>false</ScaleCrop>
  <HeadingPairs>
    <vt:vector size="6" baseType="variant">
      <vt:variant>
        <vt:lpstr>Verwendete Schriftarten</vt:lpstr>
      </vt:variant>
      <vt:variant>
        <vt:i4>4</vt:i4>
      </vt:variant>
      <vt:variant>
        <vt:lpstr>Design</vt:lpstr>
      </vt:variant>
      <vt:variant>
        <vt:i4>2</vt:i4>
      </vt:variant>
      <vt:variant>
        <vt:lpstr>Folientitel</vt:lpstr>
      </vt:variant>
      <vt:variant>
        <vt:i4>21</vt:i4>
      </vt:variant>
    </vt:vector>
  </HeadingPairs>
  <TitlesOfParts>
    <vt:vector size="27" baseType="lpstr">
      <vt:lpstr>Calibri</vt:lpstr>
      <vt:lpstr>Arial</vt:lpstr>
      <vt:lpstr>Noto Sans Symbols</vt:lpstr>
      <vt:lpstr>Poppins</vt:lpstr>
      <vt:lpstr>2018-09-13-Vorlage 16 zu 9 - MF</vt:lpstr>
      <vt:lpstr>Master2_UniLeipzig_PPT Vorlage</vt:lpstr>
      <vt:lpstr>MI-Lab Lecture / Exercise Local Data Hub (LDH)</vt:lpstr>
      <vt:lpstr>PURPOSE OF THE EXERCISE</vt:lpstr>
      <vt:lpstr>INTRODUCTION</vt:lpstr>
      <vt:lpstr>INTRODUCTION</vt:lpstr>
      <vt:lpstr>INTRODUCTION</vt:lpstr>
      <vt:lpstr>The FAIRDOM SEEK Plattform</vt:lpstr>
      <vt:lpstr>INTRODUCTION</vt:lpstr>
      <vt:lpstr>LDH CASE STUDY</vt:lpstr>
      <vt:lpstr>Why Extended Metadata?</vt:lpstr>
      <vt:lpstr>NFDI4HEALTH METADATA SCHEMA</vt:lpstr>
      <vt:lpstr>DOCUMENTS TO BE UPLOADED</vt:lpstr>
      <vt:lpstr>REGISTRATION LDH</vt:lpstr>
      <vt:lpstr>Exercise: GitHub </vt:lpstr>
      <vt:lpstr>Exercise: Task 1</vt:lpstr>
      <vt:lpstr>Exercise: Task 2.1</vt:lpstr>
      <vt:lpstr>Exercise: Task 2.2</vt:lpstr>
      <vt:lpstr>Exercise: Task 3</vt:lpstr>
      <vt:lpstr>Exercise: Task 4.1</vt:lpstr>
      <vt:lpstr>Exercise: Task 4.2</vt:lpstr>
      <vt:lpstr>Exercise: Task 4.3</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Doris Gabel</dc:creator>
  <cp:lastModifiedBy>Perbix, Mona Malin</cp:lastModifiedBy>
  <cp:revision>8</cp:revision>
  <dcterms:created xsi:type="dcterms:W3CDTF">2018-09-28T08:09:47Z</dcterms:created>
  <dcterms:modified xsi:type="dcterms:W3CDTF">2026-05-11T13:50:13Z</dcterms:modified>
</cp:coreProperties>
</file>